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귀(Whisper)와 입(TTS)을 만들었습니다. 이번 주에는 그 사이에 LLM을 넣습니다. 음성 대화는 채팅과 달리 "언제 말하기 시작하느냐"가 품질입니다. 오늘은 구조와 시간을 설계합니다.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v1 · v2 비교표 · 예산 판정표 · 침묵 기준 표 · 아키텍처 선택표를 제출하면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LLM은 T4에 올라가는 작은 Qwen3라 답의 품질은 기대하지 말 것. 목적은 구조와 시간. 품질은 D22 API에서.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기준 상용 S2S 예: OpenAI Realtime 계열, Google Gemini Live 계열 · 오픈 모델 Kyutai Moshi. 실제 서비스의 상당수는 여전히 Cascade — 기록 · 도구 · 부품 교체 · 한국어 · 개인정보 때문.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업계 보고 예: 0.8초 안쪽이면 자연스럽고, 1.2초를 넘으면 사용자가 "여보세요?" 하거나 다시 말하기 시작. 측정 방법마다 다르다는 점을 꼭 함께 말하기.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호출은 GPU 메모리 할당 · 커널 준비로 몇 배 느림. 서비스는 서버 시작 시 가짜 요청으로 데운다(warm-up). 겨울 아침 자동차 예열 비유.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1 t_begin, 2 min_silence_ms, 3 "system". 0.30이 아니라 0.32인 이유: 512샘플(32 ms) 단위로 보기 때문. 생각 모드를 켜면 답 전에 수백 토큰을 생각해 몇 초가 사라짐.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T4 예상: endpoint 0.51 · stt 0.2 ~ 0.4 · llm 0.8 ~ 2.5(토큰 수에 비례) · tts 0.05 ~ 0.2. 들은_말이 틀리면 Cascade는 어느 단계 문제인지 바로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택배 도착 약속 비유: 이동이 45분이면 다른 단계를 아무리 줄여도 못 지킨다. 음성 비서의 "이동"은 말 끝 기다리기와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4 values, 5 95. 6번 측정의 p95는 사실상 최댓값 근처 — 실제 서비스는 수백 ~ 수천 턴(D28 · D34 대시보드). 사용자는 가장 느렸던 몇 번을 기억한다.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초당 토큰은 같고 토큰 수만큼 시간이 늘어남. 0.5초 예산이면 약 10토큰 → 답 전체 기다리기는 불가능 → Streaming.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코스 요리 비유: 전채가 되면 바로 낸다. 손님이 먹는 동안 주방은 본 요리. v2 지연의 LLM 칸이 "답 전체"에서 "첫 문장"으로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6 start (run이면 지금 스레드에서 끝까지 실행 → Streaming 안 됨), 7 t_llm, 8 min_chars. 마침표 뒤 띄어쓰기 조건: "3.5"에서 자르지 않기.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답이 한 문장이면 이득 없음. LLM · TTS가 GPU를 나눠 써 약간 느려질 수도. 남는 것: 말 끝 기다림 + STT → Part 5 · 6주차.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실측(Silero VAD 6.2, JFK 연설 한 문장 · 쉼 4번): 100 · 200 ms → 말 끝 5번, 300 · 500 → 4번, 800 → 3번, 1000 → 2번. 기다림 ≈ 기준 + 약 30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예상: 200 · 300 · 500 ms → 잘림(쉼 0.6초에서 판정), 800 · 1000 → 잘림 없음 · 0.8 · 1.0초 대기. 카드 번호처럼 끊어 부르는 상태는 기준을 늘리거나 슬롯이 다 찰 때까지 기다림.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지연 숫자는 업계 보고 예(2026). 지역 · 모델 · 측정 방법마다 크게 다름. D30에서 S2S API를 직접 재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9 get. 점수표 자체가 토론 대상 · 가중치 하나를 1 올려 결론이 바뀌면 경계 → 근거를 더 모으기.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줄: 예산을 세우고, Streaming과 Endpointing으로 줄이고, 구조는 서비스가 중요하게 여기는 것으로 고른다.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과제: 측정 보고서(v1 · v2 p50 · p95, 예산 넘친 단계 줄이기 실험) · 내 목소리 침묵 기준 정하기 · 아키텍처 한 장. API 키는 Colab 🔑 보안 비밀에 — 코드에 직접 쓰지 않기.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1/animation.html#arch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1/animation.html#tur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1/animation.html#budget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1/animation.html#p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1/animation.html#lengt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1/animation.html#pipeline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1/animation.html#vad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1/animation.html#choose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1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 아키텍처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Cascade vs S2S · Latency Budget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지형도 → Cascade v1 (VAD · STT · LLM · TTS) → 시간 예산 · p95 → Streaming v2 → VAD Endpointing → 아키텍처 선택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 M5 시작 · 4시간 · T4 GPU · API 키 불필요 · 실습 노트북 Part 0 ~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cascade_v1(user_audio)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 0.51  stt 0.3  llm 1.4  tts 0.1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06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v2v = 2.3 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cascade_v2(user_audio)   # streaming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ttft 0.15  first_sentence 0.5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v2v = 1.4 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min_silence 300ms → ✂ 잘림 · 800ms → 0.80 s 대기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비서는 왜 "빨리 말하기 시작"해야 할까?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비서는 어떤 부품으로 이루어지고, Cascade와 S2S는 무엇이 다른가?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턴에서 어느 단계가 시간을 가장 많이 쓰나?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지연을 단계별로 어떻게 나누고, 무엇으로 판정하나?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답을 다 기다리지 않고 말하기 시작하려면?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"말이 끝났다"는 언제 판단하고, 무엇과 맞바꾸나?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서비스에는 어떤 구조가 맞나?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잇고 · 재고 · 줄이고 · 고른다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pic>
        <p:nvPicPr>
          <p:cNvPr id="6" name="Image 0" descr="/home/claude/d21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63" y="1325880"/>
            <a:ext cx="10408970" cy="301752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1280160"/>
                <a:gridCol w="19476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지형도 · 부품 · Cascade v1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~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D21-1 · 2 · 5 ·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Latency Budget · p50 · p95 · 답 길이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D21-3 · 7 ·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Streaming v2 · VAD Endpointing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~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D21-4 ·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Cascade vs S2S 선택 ·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D21-9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Voice Agent 지형도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Cascade (부품 잇기) vs Speech-to-Speech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pic>
        <p:nvPicPr>
          <p:cNvPr id="6" name="Image 0" descr="/home/claude/d21/build/fig_dark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47" y="1325880"/>
            <a:ext cx="10259001" cy="3749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34924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349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D21-2 Cascade vs S2S 흐름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029200" y="5212080"/>
            <a:ext cx="6611112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93792" y="5303520"/>
            <a:ext cx="6281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통역사 셋 vs 이중 언어 화자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쪽지(글)가 남으면 확인은 쉽지만 넘기는 시간이 든다.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대화의 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0.2 ~ 0.3초, 비서는?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474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(말 끝 → 첫 소리)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느낌 (업계 보고 예)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 ~ 0.3초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사람끼리 대화의 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 0.8초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자연스러운 비서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~ 1.2초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기다림이 느껴짐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1.2초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"여보세요?" · 겹쳐 말하기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1417320"/>
            <a:ext cx="423367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89520" y="1508760"/>
            <a:ext cx="3867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voice-to-voice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말 끝 감지 + STT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LLM(첫 문장) + TTS(첫 소리)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네트워크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93192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D21-6 턴 테이킹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부품 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 · 첫 호출은 느리다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0624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Silero VAD (VADIterator, 32 ms)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small / tiny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D7 · D8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Qwen3-1.7B / 0.6B · 생각 모드 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MMS-TTS 한국어 (VITS)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417320"/>
            <a:ext cx="3959352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5552" y="1508760"/>
            <a:ext cx="3630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자동차 예열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손님만 느린 서버 → 켤 때 한 번 돌려 두기 (warm-up)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80960" y="3063240"/>
            <a:ext cx="3959352" cy="1143000"/>
          </a:xfrm>
          <a:prstGeom prst="roundRect">
            <a:avLst>
              <a:gd name="adj" fmla="val 48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45552" y="3136392"/>
            <a:ext cx="36301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부품  첫_호출  두번째   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STT   2.4      0.3     8x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1.9      0.4     5x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80960" y="42519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숫자 · 각자 실행 결과로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측정 도구 · 말 끝 · 시스템 지시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시각 ≈ 말 끝 + 침묵 기준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@contextmanager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stage(T, name):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t_begin = time.perf_counter(); yield; sync()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T[name] = time.perf_counter() - ____     #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VADIterator(vad, sampling_rate=SR,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min_silence_duration_ms=____)         # 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[{"role": "____", "content": VOICE_SYSTEM},  #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{"role": "user", "content": heard}]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apply_chat_template(..., enable_thinking=False)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3716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· 2 ·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→ t_begin · 2 → min_silence_ms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→ "system"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0" y="2926080"/>
            <a:ext cx="414223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017520"/>
            <a:ext cx="3776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음성용 시스템 지시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한두 문장, 60자 안쪽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구어체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목록 · 표 · 마크다운 · 이모지 금지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모르면 짧게 모른다고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Cascade v1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처리하면 1.5 ~ 3초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721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1732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VAD: 첫 "말 끝"에서 턴 종료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293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87452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그때까지 소리를 STT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3172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LLM: 시스템 지시 + 이력 + 들은 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8437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78892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→ 재생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3009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324612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v2v = endpoint + stt + llm + tts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17320"/>
          <a:ext cx="50566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856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(T4 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 끝 기다림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v2v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 1.2초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548640" y="4023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칸 = LLM(답 전체 기다림) · 그다음 = 말 끝 기다림 → Part 3 · 4 · 5에서 줄이기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1교시 워크시트 → worksheet.html 1교시 탭 10문항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Latency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단계별 한도로 나눈다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pic>
        <p:nvPicPr>
          <p:cNvPr id="6" name="Image 0" descr="/home/claude/d21/build/fig_dark/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325880"/>
            <a:ext cx="1106424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452628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p50 ≤ 1.0초, p95 ≤ 1.5초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5038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98348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한도 나누기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495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5495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544068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재서 p50 · p95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952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952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89788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넘친 단계부터 줄이기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80960" y="452628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18120" y="45262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D21-3 Latency Budget 설계기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p50 · p95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평균은 가끔 느린 응답을 숨긴다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011680"/>
          </a:xfrm>
          <a:prstGeom prst="roundRect">
            <a:avLst>
              <a:gd name="adj" fmla="val 272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= {"endpoint": .5, "stt": .3, "llm": .5, "tts": .2}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sum(BUDGET.____())             # 4 values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p50 = np.percentile(V2V, 50)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 = np.percentile(V2V, ____)         # 5 95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·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→ values · 5 → 95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64592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p50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넘침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303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예시 (v1, T4)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498080" y="274320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2743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D21-7 p50 · p95 읽기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답 길이 = 지연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시간 ≈ 첫 토큰 + 토큰 수 ÷ 초당 토큰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1945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(예)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시간 (T4 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음성용 (짧게)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~ 50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~ 2초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 채팅용 (자세히)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 ~ 256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~ 9초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생각 모드 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수백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수 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417320"/>
            <a:ext cx="4142232" cy="18288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0" y="1508760"/>
            <a:ext cx="3776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0.5초 예산이면?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(0.5 − 0.15) × 30 ≈ 10토큰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 문장도 어려움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기준을 "첫 문장"으로 (Streaming)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29184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D21-8 답 길이 = 지연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2교시 워크시트 → worksheet.html 2교시 탭 10문항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Cascade v2 Streaming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문장이 완성되면 바로 TTS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pic>
        <p:nvPicPr>
          <p:cNvPr id="6" name="Image 0" descr="/home/claude/d21/build/fig_dark/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1974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0916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80060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코스 요리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전채가 되면 바로 낸다. 손님이 먹는 동안 주방은 본 요리를 만든다.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92240" y="47091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29400" y="4709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D21-4 v1 vs v2 타임라인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토큰 흘려보내기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Thread.start() · TTFT · 문장 자르기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931920"/>
          </a:xfrm>
          <a:prstGeom prst="roundRect">
            <a:avLst>
              <a:gd name="adj" fmla="val 139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streamer = TextIteratorStreamer(tok, skip_prompt=True)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 = Thread(target=llm.generate, kwargs=dict(..., streamer=streamer))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th.____()                              # 6 start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piece in streamer: yield piece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ttft = time.perf_counter() - ____      # 7 t_llm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= re.compile(r"[.!?。…~]+\s")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(m := END.search(buf, ____)):   # 8 min_chars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buf[:m.end()].strip(); buf = buf[m.end():]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1371600"/>
            <a:ext cx="3959352" cy="13716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444752"/>
            <a:ext cx="36850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 · 7 ·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→ start · 7 → t_llm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→ min_chars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2926080"/>
            <a:ext cx="3959352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45552" y="2999232"/>
            <a:ext cx="36301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["안녕하세요. ", "네. 오늘은 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"맑아요! 내일도", " 좋아요."]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안녕하세요. 네. │ 오늘은 맑아요!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내일도 좋아요.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v1 vs v2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문장일수록 이득이 크다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737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순서대로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Streaming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문장까지 (TTFT + 첫 문장 토큰)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소리 (T4 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~ 3초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~ 1.5초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병목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· 말 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 끝 · STT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8404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9A82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93192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8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말하는 도중 사용자가 끼어들면? (Barge-in, D28)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듣는 VAD · 재생 중지 · 생성 중단 · 말한 데까지만 이력에 남기기 · 에코 제거(AEC)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VAD Endpointing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짧으면 잘리고, 길면 늦다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pic>
        <p:nvPicPr>
          <p:cNvPr id="6" name="Image 0" descr="/home/claude/d21/build/fig_dark/v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27253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89204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눈치 보는 대화 상대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숨만 쉬어도 말을 받으면 끊고, 3초씩 기다리면 답답하다.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92240" y="48006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29400" y="4800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D21-5 VAD 말 끝 감지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쉼 0.6초 실험 · 대책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침묵 기준은 대화 상태마다 다르게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(ms)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✂ 잘림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✂ 잘림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✂ 잘림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끝 + 0.80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끝 + 1.03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03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쉼 0.6초 문장 · 테스트 실행 예</a:t>
            </a:r>
            <a:endParaRPr lang="en-US" sz="9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52395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476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배우는 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상태별 침묵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Semantic Turn Detection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D28 · D29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준비 (Speculative)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Barge-in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3교시 워크시트 → worksheet.html 3교시 탭 10문항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Cascade vs S2S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얻고 무엇을 내주나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pic>
        <p:nvPicPr>
          <p:cNvPr id="6" name="Image 0" descr="/home/claude/d21/build/fig_dark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71909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53212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532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D21-9 아키텍처 선택기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가중치로 고르기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max(scores, key=scores.get)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{name: sum(w[k] * pts[k] for k in w)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 name, pts in ARCH.items()}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max(scores, key=scores.____)     # 9 get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→ get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8620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Cascade (로컬)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Cascade (API)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S2S (API)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예약 콜센터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Cascade (로컬)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외국어 회화 튜터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S2S (API)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어르신 말벗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Cascade (로컬) · 경계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공장 현장 음성 보고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Cascade (로컬)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오늘 배운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"언제" 말하느냐도 품질이다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507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시각을 빼고 · GPU는 sync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perf_counter() - t_begin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 끝 감지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침묵이 기준만큼 이어지면 end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min_silence_duration_ms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음성용 지시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짧게 · 구어체 · 생각 모드 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{"role": "system"}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Latency Budget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단계별 한도 · p50 · p95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sum(BUDGET.values()), percentile 95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Streaming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스레드 생성 · 문장마다 TTS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th.start(), END.search(buf, min_chars)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시작부터 첫 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perf_counter() - t_llm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Endpointing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짧으면 잘림 · 길면 늦음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침묵 기준 실험표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아키텍처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× 점수 · 민감도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max(scores, key=scores.get)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D22: 큰 LLM을 API로 연결한다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 부품과 Cascade · S2S 차이를 설명할 수 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Cascade v1을 만들고 단계별 시간을 쟀다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Budget을 세우고 p50 · p95로 판정했다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Streaming v2로 첫 소리를 앞당겼다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침묵 기준의 기다림 · 잘림을 실험했다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기준으로 구조를 골랐다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D22 LLM API 연동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· OpenAI · Gemini API를 연결해 답의 품질과 TTFT를 비교하고, 음성 대화용 프롬프트(짧은 응답 · 구어체 · 되묻기)와 대화 이력 관리를 다룹니다. API 키를 Colab 보안 비밀에 넣어 오세요.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D21_VoiceAgent아키텍처_실습.ipynb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imguru-mooc.github.io/AI_Voice/day21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D21 Voice Agent 아키텍처</dc:title>
  <dc:subject>PptxGenJS Presentation</dc:subject>
  <dc:creator>PptxGenJS</dc:creator>
  <cp:lastModifiedBy>PptxGenJS</cp:lastModifiedBy>
  <cp:revision>1</cp:revision>
  <dcterms:created xsi:type="dcterms:W3CDTF">2026-10-29T04:33:26Z</dcterms:created>
  <dcterms:modified xsi:type="dcterms:W3CDTF">2026-10-29T04:33:26Z</dcterms:modified>
</cp:coreProperties>
</file>