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9는 받아쓰기 글자에 "언제"와 "누가"를 붙이는 날입니다. 오른쪽이 오늘의 최종 결과 모양입니다. 내일 D10 미니 프로젝트(회의록 생성기)의 재료가 됩니다. 수식은 격자 식 · 코사인 · DER 세 개만 쓰고, 나머지는 그림과 비유로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질문에 한 문장씩 답할 수 있으면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WhisperX 설치가 PyTorch 2.8을 함께 깔아 3~5분 걸립니다. 수업 시작하자마자 Part 0 설치 셀을 실행시키세요. pyannote는 HF 토큰이 필요하니 Part 5 전까지 동의 · 토큰 준비를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자막, 검색(그 단어가 나온 순간으로 이동), 노래방 자막, 그리고 오늘의 핵심인 회의록(단어마다 화자 붙이기)에 단어 시각이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Whisper는 문장 단위 시각만 배웠습니다(인터넷 자막에는 단어 시각이 없음). 단어 시각은 나중에 계산한 값입니다. 노트북에서 정답 발화(TURNS)와 비교해 경계 오차를 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D6의 CTC 모델(wav2vec2)은 20 ms마다 글자 확률을 냅니다. 이 표 위에서 정답 글자를 순서대로 지나가는 가장 그럴듯한 길을 찾습니다. 순서를 바꾸거나 건너뛸 수 없고, 한 글자에 오래 머물 수는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점수는 확률의 log라서 곱 대신 더합니다. WhisperX alignment.py의 get_trellis()가 이 두 줄과 같은 구조입니다. 애니메이션 D9-3에서 한 칸씩 채우고 거꾸로 따라가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WhisperX = VAD(내장 pyannote 분할, 토큰 불필요) + faster-whisper 배치 받아쓰기(D8) + wav2vec2 강제 정렬 + (선택) pyannote 화자 분리. pip install whisperx가 PyTorch 2.8을 함께 설치합니다.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받아쓰기 단계는 without_timestamps=True라 구간 시각 = VAD 묶음(최대 30초). 정렬 단계에서 문장으로 다시 나누고 단어마다 start · end · score가 생깁니다. 한국어 정렬 모델은 kresnik/wav2vec2-large-xlsr-korean(약 1.2 GB).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SRT의 소수점 자리는 쉼표, VTT는 마침표입니다. 자막 줄의 시작 = 문장 첫 단어 시작, 끝 = 마지막 단어 끝. 만든 meeting.srt를 VLC 등에 넣어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결과는 SPEAKER_00, SPEAKER_01 같은 이름 없는 번호입니다. 이름 붙이기(화자 식별)는 Part 6에서 등록 음성으로 따로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SpeechBrain의 spkrec-ecapa-voxceleb(수천 명의 목소리로 학습, 토큰 불필요). 무엇을 말했는지가 아니라 어떤 목소리인지를 담습니다.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화자 수를 알면 n_clusters=3, 모르면 distance_threshold. 기준이 크면 다른 사람끼리 합쳐지고(화자 수 ↓), 작으면 한 사람이 쪼개집니다(화자 수 ↑).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회의에서 문제가 되는 것은 겹쳐 말하기, 짧은 맞장구, 비슷한 목소리, 쉼 없는 발화입니다. pyannote는 분할 모델이 이 경우를 학습해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gated 모델이라 Hugging Face에서 이용 조건에 동의하고 Read 토큰을 만들어 Colab 보안 비밀에 HF_TOKEN으로 저장합니다. 토큰이 없어도 노트북은 Part 4 결과로 끝까지 진행됩니다.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번호 이름(SPEAKER_00 ↔ 김팀장)은 가장 잘 맞는 짝을 자동으로 찾아 계산하므로 순서는 상관없습니다. 공개 모델의 회의 녹음 DER은 대략 10~25%입니다. 연구에서는 경계 ±0.25초를 봐주는 collar를 쓰기도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assign_word_speakers는 단어마다 화자별 겹침 시간을 더해 가장 큰 화자를 붙입니다. fill_nearest=True면 겹침이 없는 단어(틈에 떨어진 단어)에 가장 가까운 화자를 붙입니다. 틀리는 단어는 대부분 발화가 바뀌는 경계에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"안녕하세요. 저는 ○○입니다." 등록 음성의 지문과 화자 번호별 지문의 코사인 유사도 표를 만들고, linear_sum_assignment로 겹치지 않게 가장 잘 맞는 짝을 찾습니다. 회의 녹음 · 목소리 지문은 개인정보이므로 녹음 고지와 동의가 필요합니다(D34).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워크시트에서 많이 틀리는 내용입니다. 수업 끝에 한 번 읽고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탭까지 채점한 뒤 노션에 캡처해 제출하게 합니다. 과제 1(내 회의 녹음)은 반드시 참가자 동의를 받은 녹음으로 하도록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9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9/animation.html#stamps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9/animation.html#trelli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9/animation.html#wxpipe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9/animation.html#embed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9/animation.html#cluster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9/animation.html#der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9/animation.html#assign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9/animation.html#minutes" TargetMode="Externa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9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Timestamp &amp; 화자 분리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· 무엇을 · 누가 말했나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단어 시각의 한계 → 강제 정렬(CTC 격자) → WhisperX 단어 시각 · SRT → 화자 분리 직접 만들기 → pyannote · DER → 화자별 회의록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M2 · 4시간 · Colab T4 권장 · 실습 노트북 Part 1 ~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회의록 (자동 생성)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[00:00] 김팀장: 오늘 회의는 음성 비서 프로젝트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진행 상황을 점검하겠습니다.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[00:05] 이연구원: 받아쓰기 모델은 위스퍼 스몰로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정했고 정확도는 충분합니다.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3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[00:10] 박대리: 그런데 회의 녹음에서 누가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3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말했는지 구분이 안 됩니다.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 4.8% · 단어별 화자 정확도 96%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녹음에 따라 달라집니다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받아쓰기 글자에 "언제"와 "누가"를 붙이려면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5087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50876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Whisper의 단어 시각은 어떻게 만들어지고, 왜 어긋나나?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50876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295144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29514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295144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글자를 소리에 맞추는 강제 정렬은 어떻게 하나?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29514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081528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308152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3081528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WhisperX는 무엇을 조립했고, 단어 시각 · 자막은 어떻게 만드나?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308152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867912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86791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867912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"같은 목소리끼리 묶기"는 어떤 세 단계로 하나?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86791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654296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65429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654296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 분리를 어떻게 평가하고(DER), 단어에 화자를 어떻게 붙이나?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65429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 ~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"언제"(1~2교시) → "누가"(3~4교시) → 회의록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pic>
        <p:nvPicPr>
          <p:cNvPr id="6" name="Image 0" descr="/home/claude/d9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시각이 필요한 곳 · Whisper 단어 시각의 한계 · 강제 정렬 격자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· 빈칸 1 ~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WhisperX: 배치 받아쓰기 → wav2vec2 정렬 → 단어 시각 · 점수 · SRT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4 ~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분리 직접: 말 구간 · ECAPA 지문 · 코사인 · 응집형 군집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· 빈칸 6 ~ 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pyannote · DER · 단어에 화자 · 이름 붙이기 · 회의록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~ 7 · 빈칸 8 ~ 9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D9-1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시각이 왜 필요한가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글자만으로는 부족하다: 단어마다 시작 · 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글자가 화면에 뜰 때 · 사라질 때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3756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2A33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7472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"예산"이 나온 순간으로 바로 이동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2648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노래방 자막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6364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말하는 단어만 강조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9154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05256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단어마다 누가 말했는지 붙이기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120640"/>
                <a:gridCol w="26791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시각의 종류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Whisper는 어떻게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문장(구간) 시각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 적으며 시각 토큰 &lt;|1.20|&gt; (0.02초 눈금, D7)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 경계는 대체로 맞음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 시각 (word_timestamps=True)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 적은 뒤 cross-attention을 보고 DTW로 추정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수백 ms 어긋남, 무음에 끌려감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48640" y="452628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3232" y="4617720"/>
            <a:ext cx="107652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받아 적은 속기사에게 나중에 묻기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단어 몇 초에 나왔어요?" → 속기사는 기억으로 "대충 이쯤"(attention 추정). 강제 정렬은 원고를 들고 녹음을 다시 틀며 글자마다 손가락으로 짚는 것.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Whisper 단어 시각의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추정은 어긋난다: 특히 발화 경계에서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pic>
        <p:nvPicPr>
          <p:cNvPr id="6" name="Image 0" descr="/home/claude/d9/build/fig_dark/stam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236199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80960" y="1371600"/>
            <a:ext cx="3959352" cy="2011680"/>
          </a:xfrm>
          <a:prstGeom prst="roundRect">
            <a:avLst>
              <a:gd name="adj" fmla="val 272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845552" y="1444752"/>
            <a:ext cx="363016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segs, info = fw.transcribe(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meeting, language="ko",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word_timestamps=True)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segs = list(segs)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 in s.words: w.start, w.end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680960" y="3520440"/>
            <a:ext cx="395935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3593592"/>
            <a:ext cx="3685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word_timestamps=____  → True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4526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"단어 시각"은 Whisper가 기억으로 짐작한 값. 경계가 수백 ms 흔들린다.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512064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51206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D9-2 문장 시각 vs 단어 시각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강제 정렬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글자는 이미 안다. "언제"만 찾는다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pic>
        <p:nvPicPr>
          <p:cNvPr id="6" name="Image 0" descr="/home/claude/d9/build/fig_dark/trell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2812" y="1325880"/>
            <a:ext cx="9126071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2519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343400"/>
            <a:ext cx="5157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노래방 가사 자막 맞추기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가사(정답 글자)는 이미 있다. 노래를 틀어 놓고 각 글자를 언제 부르는지만 맞춘다. 길게 부를 수는 있어도 가사 순서를 바꿀 수는 없다.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309360" y="42611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0936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720840" y="420624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wav2vec2: 20 ms마다 글자 확률표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309360" y="47183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09360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720840" y="466344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격자: 칸마다 머물기 vs 넘어가기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09360" y="51755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09360" y="5175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720840" y="512064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칸에서 거꾸로 따라가기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309360" y="56327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09360" y="5632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720840" y="557784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프레임 × 0.02초 = 시각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격자 채우기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칸마다 "머물기" vs "넘어가기" 중 큰 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94415" cy="1143000"/>
          </a:xfrm>
          <a:prstGeom prst="roundRect">
            <a:avLst>
              <a:gd name="adj" fmla="val 6400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1076523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핵심 식 하나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격자[t+1, j] = max( 격자[t, j] + blank 점수 ,  격자[t, j−1] + 글자 j 점수 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법: 다음 순간 j번째 글자에 있으려면, j에 있다가 머물렀거나 j−1에서 넘어왔거나. 더 그럴듯한 쪽을 적는다.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6583680" cy="1828800"/>
          </a:xfrm>
          <a:prstGeom prst="roundRect">
            <a:avLst>
              <a:gd name="adj" fmla="val 3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2770632"/>
            <a:ext cx="62544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range(T):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trellis[t + 1, 0] = trellis[t, 0] + em[t, blank]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stay = trellis[t, 1:] + em[t, blank]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 = trellis[t, :-1] + em[t, tokens]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trellis[t + 1, 1:] = np.maximum(stay, move)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663440"/>
            <a:ext cx="3200400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73659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em[t, ____]  → tokens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31920" y="4663440"/>
            <a:ext cx="3200400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69080" y="473659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FRAME_SEC = ____ / SR  → 320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697480"/>
          <a:ext cx="42336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5819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프레임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0.04초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0.12초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7406640" y="4206240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320샘플 ÷ 16000 = 0.02초 = 20 ms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7406640" y="4800600"/>
            <a:ext cx="423367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543800" y="480060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D9-3 격자 따라가기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WhisperX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모델이 아니라 조립품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pic>
        <p:nvPicPr>
          <p:cNvPr id="6" name="Image 0" descr="/home/claude/d9/build/fig_dark/wxp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209" y="1325880"/>
            <a:ext cx="9147276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1148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206240"/>
            <a:ext cx="4791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속기사 + 교정 담당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속기사(Whisper)는 빠르게 받아 적기만 하고 시각은 안 적는다. 교정 담당(wav2vec2)이 원고를 들고 녹음을 다시 들으며 글자마다 시각 도장을 찍는다.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4114800"/>
          <a:ext cx="56967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3251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받아쓰기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load_model → transcribe(batch_size)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 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load_align_model(language_code="ko")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align(segments, model, meta, audio, device)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943600" y="5532120"/>
            <a:ext cx="56967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080760" y="5532120"/>
            <a:ext cx="5422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D9-4 WhisperX 파이프라인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WhisperX 실행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받아쓰기 구간은 "묶음", 단어 시각은 정렬에서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834640"/>
          </a:xfrm>
          <a:prstGeom prst="roundRect">
            <a:avLst>
              <a:gd name="adj" fmla="val 193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whisperx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wx = whisperx.load_model("small", DEVICE, compute_type=CT, language="ko")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wx.transcribe(meeting, batch_size=8, language="ko")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align_model, meta = whisperx.load_align_model(language_code="ko", device=DEVICE)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aligned = whisperx.align(result["segments"], align_model, meta,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meeting, DEVICE, return_char_alignments=False)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aligned["segments"][0]["words"][0]   # word · start · end · score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389120"/>
            <a:ext cx="6949440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462272"/>
            <a:ext cx="6675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load_align_model(language_code=____, ...)  → "ko"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1371600"/>
            <a:ext cx="3867912" cy="3703320"/>
          </a:xfrm>
          <a:prstGeom prst="roundRect">
            <a:avLst>
              <a:gd name="adj" fmla="val 1975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1463040"/>
            <a:ext cx="359359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점수(score) 쓰는 법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0~1: 그 자리에서 얼마나 그 글자 소리 같았나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낮은 단어 =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받아쓰기가 틀렸을 수 있음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소리가 뭉개짐 · 경계가 애매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정렬은 "언제"만 찾고 틀린 글자를 고치지는 못함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SRT 자막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시:분:초,밀리초 — 쉼표에 주의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5522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srt_time(t):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 = int(round(t * 1000))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h, ms = divmod(ms, 3_600_000)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ms = divmod(ms, 60_000)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s, ms = divmod(ms, 1000)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f"{h:02d}:{m:02d}:{s:02d},{ms:03d}"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005072"/>
            <a:ext cx="5577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 = int(round(t * ____))  → 1000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1371600"/>
            <a:ext cx="4965192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39712" y="1444752"/>
            <a:ext cx="463600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00:00:00,500 --&gt; 00:00:04,120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오늘 회의는 음성 비서 프로젝트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진행 상황을 점검하겠습니다.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00:00:04,780 --&gt; 00:00:09,010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시각이 정확해야 자막이 말과 함께 뜨고 사라진다. 노래방 자막이면 더 그렇다.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화자 분리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"누구인가"가 아니라 "같은 사람끼리 묶기"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179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46304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 구간 자르기 (segmentation)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751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192024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조각마다 목소리 지문 (embedding, 192차원)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4323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237744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지문끼리 묶기 (clustering)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200400"/>
            <a:ext cx="5340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목소리만 들리는 전화 회의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몰라도 "아까 그 낮은 목소리 분", "그 밝은 목소리 분"처럼 목소리로 구분해 A, B, C라고 메모한다. 이름은 나중에.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63040"/>
          <a:ext cx="51480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20391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분리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식별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사람끼리?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사람은 누구?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SPEAKER_00 …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김팀장 …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녹음만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음성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· 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6-2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492240" y="3703320"/>
            <a:ext cx="5148072" cy="868680"/>
          </a:xfrm>
          <a:prstGeom prst="roundRect">
            <a:avLst>
              <a:gd name="adj" fmla="val 631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56832" y="3776472"/>
            <a:ext cx="48188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 = librosa.effects.split(meeting, top_db=30)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0.3초보다 짧은 쉼은 이어 붙이기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 분리는 글자 없이 소리만으로 동작한다. 그래서 받아쓰기와 따로 돌리고 나중에 시각으로 합친다.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목소리 지문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ECAPA-TDNN: 조각 하나 → 192개 숫자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pic>
        <p:nvPicPr>
          <p:cNvPr id="6" name="Image 0" descr="/home/claude/d9/build/fig_dark/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3078" y="1325880"/>
            <a:ext cx="876554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11480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187952"/>
            <a:ext cx="5522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핵심 식 하나: cos(a, b) = (a · b) ÷ (‖a‖ × ‖b‖)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법: 두 화살표가 같은 방향이면 1, 무관하면 0. 길이(소리 크기)로 나눠 방향만 비교한다.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583680" y="4114800"/>
            <a:ext cx="505663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20840" y="4187952"/>
            <a:ext cx="4782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np.linalg.norm(a) * np.linalg.norm(____)  → b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583680" y="4983480"/>
            <a:ext cx="50566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720840" y="4983480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D9-5 목소리 지문 지도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 · 응집형 군집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가까운 둘부터 합치고, 멈출 곳을 정한다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pic>
        <p:nvPicPr>
          <p:cNvPr id="6" name="Image 0" descr="/home/claude/d9/build/fig_dark/clu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446" y="1325880"/>
            <a:ext cx="8562804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114800"/>
            <a:ext cx="6583680" cy="1005840"/>
          </a:xfrm>
          <a:prstGeom prst="roundRect">
            <a:avLst>
              <a:gd name="adj" fmla="val 545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187952"/>
            <a:ext cx="62544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N_SPK = 3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AgglomerativeClustering(n_clusters=N_SPK, metric="cosine",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linkage="average").fit_predict(E)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5257800"/>
            <a:ext cx="658368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330952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N_SPK = ____  → 3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406640" y="4114800"/>
            <a:ext cx="423367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543800" y="411480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D9-6 군집 합치기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406640" y="4663440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번호(SPK_0 …)의 순서는 의미 없음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4.4 · 직접 만든 화자 분리의 약점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학습된 도구(pyannote)를 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4165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pyannote는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겹쳐 말하기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조각에 한 사람만 붙임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 모델이 동시에 말하는 여러 사람을 표시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조각 경계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 크기에만 의존, 쉼 없으면 두 사람이 한 조각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학습된 분할 모델이 화자 바뀌는 순간을 찾음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3을 알려 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· 조정된 기준, min/max_speakers로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비슷한 목소리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지문이 가까워 합쳐짐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큰 지문 모델 · 정교한 군집 (그래도 어려움)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원리는 같다: 구간 → 지문 → 묶기. 각 단계를 학습된 모델로 바꾼 것이 pyannote.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pyannote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speaker-diarization-community-1 (HF 토큰 필요)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1828800"/>
          </a:xfrm>
          <a:prstGeom prst="roundRect">
            <a:avLst>
              <a:gd name="adj" fmla="val 3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whisperx.diarize import DiarizationPipeline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diar = DiarizationPipeline(token=HF_TOKEN, device=DEVICE)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df_pya = diar(meeting, num_speakers=3)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DataFrame: start · end · speaker (SPEAKER_00 …)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48386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3429000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huggingface.co 로그인 → community-1 페이지에서 동의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94106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3886200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 → Access Tokens → Read 토큰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39826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398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0120" y="4343400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🔑 보안 비밀: HF_TOKEN, 노트북 액세스 켜기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371600"/>
          <a:ext cx="4050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391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num_speakers=3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정확히 알 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min/max_speakers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범위만 알 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없음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알아서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7589520" y="3063240"/>
            <a:ext cx="4050792" cy="1737360"/>
          </a:xfrm>
          <a:prstGeom prst="roundRect">
            <a:avLst>
              <a:gd name="adj" fmla="val 421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54112" y="3154680"/>
            <a:ext cx="3721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숙련된 회의 속기사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만든 것은 첫날 신입: 말 끊기는 곳만 보고 나눈다. pyannote는 수많은 회의를 겪은 속기사: 끼어들기 · 겹쳐 말하기도 알아챈다.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말 시간 중 틀린 시간의 비율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pic>
        <p:nvPicPr>
          <p:cNvPr id="6" name="Image 0" descr="/home/claude/d9/build/fig_dark/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536" y="1325880"/>
            <a:ext cx="9098624" cy="237744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67665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2194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고칠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놓침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말했는데 "말 없음"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 · 분할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 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말했는데 "말함"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 · 분할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혼동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사람으로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지문 · 군집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498080" y="3840480"/>
            <a:ext cx="4142232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635240" y="3913632"/>
            <a:ext cx="38679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(d["missed detection"] + d["false alarm"] + d[____]) / d["total"]  → "confusion"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7498080" y="4846320"/>
            <a:ext cx="41422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635240" y="484632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D9-7 DER 계산기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단어에 화자 붙이기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겹치는 화자 → 단어 시각이 정확해야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pic>
        <p:nvPicPr>
          <p:cNvPr id="6" name="Image 0" descr="/home/claude/d9/build/fig_dark/as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420" y="1325880"/>
            <a:ext cx="9134856" cy="2286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794760"/>
            <a:ext cx="6766560" cy="1828800"/>
          </a:xfrm>
          <a:prstGeom prst="roundRect">
            <a:avLst>
              <a:gd name="adj" fmla="val 3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867912"/>
            <a:ext cx="64373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spk = whisperx.assign_word_speakers(df_use, aligned, fill_nearest=True)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 in words_spk: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spk = w.get("speaker", "?")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minutes and minutes[-1]["speaker"] == spk: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minutes[-1]["text"] += " " + w["word"]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minutes.append(...)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589520" y="3794760"/>
            <a:ext cx="405079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26680" y="3867912"/>
            <a:ext cx="37764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minutes[-1]["speaker"] == ____  → spk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589520" y="4617720"/>
            <a:ext cx="405079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26680" y="461772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D9-8 단어에 화자 붙이기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이름 붙이기 (화자 식별)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음성 지문과 비교해 짝 찾기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김팀장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이연구원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박대리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SPEAKER_00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SPEAKER_01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0.79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SPEAKER_02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0.76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063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 (예시)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48640" y="3474720"/>
            <a:ext cx="5852160" cy="1188720"/>
          </a:xfrm>
          <a:prstGeom prst="roundRect">
            <a:avLst>
              <a:gd name="adj" fmla="val 461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" y="3547872"/>
            <a:ext cx="55229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r, c = linear_sum_assignment(-sim)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{labels[i]: names[j] for i, j in zip(r, c)}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{"SPEAKER_00": "김팀장", ...}</a:t>
            </a:r>
            <a:endParaRPr lang="en-US" sz="1150" dirty="0"/>
          </a:p>
        </p:txBody>
      </p:sp>
      <p:pic>
        <p:nvPicPr>
          <p:cNvPr id="10" name="Image 0" descr="/home/claude/d9/build/fig_dark/min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17320"/>
            <a:ext cx="5056632" cy="148838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83680" y="3977640"/>
            <a:ext cx="5056632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748272" y="4069080"/>
            <a:ext cx="4727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출입 명부와 대조하기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전에 명부(등록 음성)를 받아 두고, 회의 중 들린 목소리를 명부와 비교해 이름을 적는다. 명부에 없는 사람은 "알 수 없음".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892040"/>
            <a:ext cx="585216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85800" y="489204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D9-9 회의록 만들기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헷갈리기 쉬운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틀리는 일곱 가지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헷갈림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바른 이해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 단어 시각은 모델이 직접 배운 값?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아니다. cross-attention으로 추정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WhisperX transcribe() 구간 시각 = 정확한 시각?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 묶음 시각일 뿐. 정확한 시각은 align()에서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정렬이 틀린 글자를 고쳐 준다?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아니다. "언제"만 찾고 점수만 낮게 나옴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분리 결과에 이름이 나온다?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번호만. 이름은 등록 음성으로 식별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SPK_0은 처음 말한 사람?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 순서는 의미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번호를 바꿔 붙이면 DER이 바뀐다?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같다. 가장 잘 맞는 짝을 자동으로 찾음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DER이 낮으면 회의록도 정확?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 시각이 흔들리면 경계 단어 화자가 틀림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것과 다음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단어 시각의 경계 오차를 재 봤다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격자를 채우고 거꾸로 따라가 글자 시각을 구했다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WhisperX로 단어 시각 · 정렬 점수 · SRT를 만들었다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 구간 · ECAPA 지문 · 군집으로 화자 분리를 직접 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pyannote 결과를 DER로 평가했다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단어에 화자 · 이름을 붙여 회의록을 만들었다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10 · ASR 평가 + 미니 프로젝트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WER · CER을 제대로 재는 법(jiwer, 한국어 띄어쓰기 · 숫자 · 문장 부호 정규화)을 배우고, 미니 프로젝트로 자동 회의록 생성기를 만듭니다. 오늘의 화자별 회의록을 LLM에 넘겨 요약 · 결정 사항 · 할 일까지 뽑아냅니다.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D9_타임스탬프_화자분리_실습.ipynb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imguru-mooc.github.io/AI_Voice/day09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D9 Timestamp &amp; 화자 분리</dc:title>
  <dc:subject>PptxGenJS Presentation</dc:subject>
  <dc:creator>PptxGenJS</dc:creator>
  <cp:lastModifiedBy>PptxGenJS</cp:lastModifiedBy>
  <cp:revision>1</cp:revision>
  <dcterms:created xsi:type="dcterms:W3CDTF">2026-10-15T03:26:43Z</dcterms:created>
  <dcterms:modified xsi:type="dcterms:W3CDTF">2026-10-15T03:26:43Z</dcterms:modified>
</cp:coreProperties>
</file>