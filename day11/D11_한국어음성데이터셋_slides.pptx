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 첫날입니다. 2주차는 Whisper를 있는 그대로 잘 쓰는 법이었고, 3주차는 우리 데이터로 고쳐 쓰는(Fine-tuning) 주입니다. 그 첫 단계가 오늘의 데이터 준비입니다. 오른쪽이 오늘 끝에 손에 쥘 결과물 모양입니다.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문장씩 답할 수 있으면 오늘 목표 달성입니다. "쓰레기를 넣으면 쓰레기가 나온다(garbage in, garbage out)"가 오늘의 표어입니다.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KsponSpeech · AIHub는 신청 · 승인이 필요해서, 노트북은 같은 형식의 연습용 미니 데이터를 Part 0에서 만들어 씁니다. Zeroth-Korean은 진짜 데이터를 Hugging Face에서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D10에서 Whisper가 틀린 곳(숫자 · 용어 · 말투)을 떠올리게 하세요. 그 약점을 메울 데이터가 있어야 고칠 수 있습니다. 모델 코드는 D12에서 거의 그대로 가져다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 크기가 규모입니다. 위쪽은 바로 받을 수 있고 자유 라이선스, 아래쪽은 신청 · 승인이 필요하고 재배포가 금지됩니다. 오늘 진짜 데이터는 Zeroth, 나머지는 같은 형식의 연습용입니다.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streaming=True면 IterableDataset이 와서 len()을 모르고 ds[100]도 안 됩니다. take(n)으로 앞에서부터 꺼냅니다. Audio(decode=False)는 torchcodec 버전 문제를 피하는 오늘의 안전장치입니다.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datasets의 Audio를 그대로 import하면 IPython의 Audio(재생)를 덮어씁니다. 그래서 HFAudio로 이름을 바꿉니다. 이름 충돌은 노트북에서 흔한 함정입니다.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 세트(약 60 MB)는 통째로 받아 길이 분포 · 화자 수 · 전사 길이를 확인합니다. 숫자를 보고 나서 필터 기준을 정합니다. 이후 Part 5에서 목록표에 합칩니다.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자유 대화라서 머뭇거림 · 반복 · 잡음이 많고, 이것을 기호로 남겨 둡니다. 학습 전에 규칙 하나를 정해 일관되게 정리하는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이중 전사를 먼저 풀어야 괄호 안의 / 가 엉뚱하게 지워지지 않습니다. 철자 모드는 Whisper의 출력 습관(숫자를 아라비아 숫자로)과 비슷하고, 발음 모드는 소리와 글자가 정확히 맞습니다. 노트북 3-1은 연습용 소리를 발음대로 만들었기 때문에 발음 모드로 목록표를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WAV는 44바이트 머리말에 주파수 · 비트 · 채널이 적혀 있지만 .pcm은 없습니다. 그래서 16 kHz · 16-bit · little-endian을 우리가 알고 읽어야 합니다. 틀려도 오류 없이 잡음이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 이름은 데이터셋마다 다르므로 라벨 설명서(데이터 구축 가이드)를 꼭 확인합니다. 연습용 aihub_mini는 발화정보.stt · 녹음자정보.recorderId 구조로 만들었습니다. 이용 약관상 원본을 공개 저장소에 올리면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이후 모든 단계(정리 · 필터 · 분할 · 변환)는 이 표만 봅니다. 데이터셋이 추가돼도 목록표 만드는 함수 하나만 더 쓰면 됩니다. CSV로 저장해 두면 다른 사람도 같은 데이터를 재현할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aihub_mini에는 일부러 44.1 kHz 스테레오 샘플(S003_0002)을 심어 두었습니다. load_16k()가 형식에 상관없이 Whisper가 원하는 모양으로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CPS(초당 글자 수)가 너무 크면 전사가 소리보다 길고(다른 문장이 붙음), 너무 작으면 전사 누락이나 긴 침묵입니다. 버린 샘플은 반드시 몇 개 들어 보고 기준을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문장 단위로 섞으면 같은 목소리가 양쪽에 들어가 시험 점수가 부풀려집니다. 화자 단위로 나누면 "처음 듣는 목소리"에 대한 진짜 실력을 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노트북은 화자 단위로 test 20%를 먼저 떼고, 남은 것에서 valid 15%를 뗍니다. 세 묶음 사이에 겹치는 화자가 없는지 assert로 확인합니다. 공식 시험 세트가 있으면 그대로 test로 쓰는 것이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WhisperProcessor = 특징 추출기(소리 → Log-Mel) + 토크나이저(글자 → 토큰). language · task를 주면 labels 앞에 &lt;|ko|&gt;&lt;|transcribe|&gt;가 붙어 추론 때와 같은 조건으로 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작은 데이터는 map으로 미리 바꿔 저장(오늘 방식), 아주 큰 데이터는 with_transform으로 꺼낼 때마다 바꿉니다. 목록표 CSV도 함께 저장해 재현성을 확보합니다.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과제: 버린 샘플 5개를 들어 보고 기준이 맞았는지 한 줄씩 적기.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landscape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hfstream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1/animation.html#ksp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pcm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manifest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filter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split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1/animation.html#features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1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음성 데이터셋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AIHub · KsponSpeech · Zeroth-Korean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지도 → HF datasets 스트리밍 → KsponSpeech 전사 규칙 · PCM → AIHub JSON → 목록표 → 품질 필터 → 화자 단위 분할 → Whisper 학습 입력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M3 시작 · 4시간 · 실습 노트북 Part 0 ~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ko_asr_manifest.csv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path,text,duration,speaker,source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zeroth_test/..flac,선생님께서..,4.1,z_105,zeroth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kspon_mini/..pcm,그럼 3시에..,2.8,kspon_A,kspon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aihub_mini/..wav,오늘 회의는..,3.2,S001,aihub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16 kHz · 필터 · 화자 단위 분할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input_features 80×3000 + labels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save_to_disk("ko_asr_prepared")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값은 데이터에 따라 달라집니다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모델보다 먼저 데이터: 무엇을, 어떻게 깨끗하게 준비하나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08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음성 데이터셋은 무엇이 있고, 무엇을 골라야 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5087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95144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9514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295144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데이터셋을 디스크를 아끼며 어떻게 살펴보나?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295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81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08152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KsponSpeech의 이중 전사 · 잡음 태그 · PCM은 어떻게 다루나?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3081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867912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6791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86791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제각각인 데이터를 어떻게 한 장의 목록표로 모으나?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8679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~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6542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654296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누수 없이 나누고 Whisper가 먹는 모양으로 어떻게 바꾸나?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654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형식 → 목록표 한 장 → Whisper 입력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 지도, HF datasets 스트리밍 · 바이트로 소리 읽기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KsponSpeech 전사 규칙 정제, 머리말 없는 PCM 읽기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~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AIHub 소리 + JSON → 목록표, 16 kHz 변환 · 품질 필터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6 ~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단위 분할, Whisper input_features · labels, 저장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왜 데이터부터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Fine-tuning의 성패는 데이터가 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63040"/>
            <a:ext cx="5157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요리 재료 손질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요리사(Whisper)라도 상한 재료(틀린 전사 · 잘린 소리)를 넣으면 맛이 망가진다. 오늘은 장보기(데이터셋 고르기)와 손질(정제 · 필터 · 분할)을 하는 날이고, 요리(학습)는 내일이다.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14264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1371600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서비스와 비슷한 데이터 고르기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18836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1828800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달라도 목록표 한 장으로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23408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2286000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보고 기준 정해 거르기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27980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12280" y="2743200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단위로 나눠 공정하게 평가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0" y="32552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12280" y="3200400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입력으로 바꿔 저장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바꾸는 것보다 데이터 100시간을 깨끗하게 만드는 것이 더 효과가 클 때가 많다.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데이터셋 지도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클수록 받기 어렵다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9502" y="1325880"/>
            <a:ext cx="8192691" cy="26517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  <a:gridCol w="28620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법 · 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Zeroth-Korean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 문장 낭독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51.6h · 105명 / 시험 1.2h · 10명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Hugging Face kresnik/zeroth_korean · CC BY 4.0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KsponSpeech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2인 자유 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1,000h · 약 2,000명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AIHub 신청 · 승인 · 재배포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AIHub 분야별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· 콜센터 · 명령어 · 노인 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데이터셋마다 수백 ~ 수천 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AIHub 신청 · 이용 약관 · 반출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Common Voice · FLEURS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낭독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 ~ 수십 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CC0 · CC BY 4.0 (평가용으로 좋음)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D11-2 데이터셋 지도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HF datasets 스트리밍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만큼만 흘려받기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hf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0988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749040"/>
            <a:ext cx="694944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822192"/>
            <a:ext cx="6620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load_dataset, Audio as HFAudio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load_dataset("kresnik/zeroth_korean", split="train",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streaming=True)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stream.cast_column("audio", HFAudio(decode=False))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ex in stream.take(3): print(ex["text"])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34924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42239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streaming=____  → True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1325880"/>
            <a:ext cx="3867912" cy="18288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36992" y="1417320"/>
            <a:ext cx="35387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영화 다운로드 vs 스트리밍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앞부분만 보고 싶으면 전체 파일을 받을 필요 없이 스트리밍으로 바로 본다. 여러 번 볼 영화라면 한 번 받아 두는 게 낫다.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772400" y="329184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09560" y="329184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D11-3 다운로드 vs 스트리밍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바이트를 소리로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ex["audio"]["bytes"] → sf.read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011680"/>
          </a:xfrm>
          <a:prstGeom prst="roundRect">
            <a:avLst>
              <a:gd name="adj" fmla="val 272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io, soundfile as sf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 = next(iter(stream))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sr = sf.read(io.BytesIO(ex["audio"]["bytes"]))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print(sr, len(y) / sr, ex["text"], ex["speaker_id"])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16000  4.1  선생님께서 …  105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63931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ex["audio"][____]  → "bytes"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{"bytes", "path"}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speaker_id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chapter_id · 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 · 발화 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4434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BytesIO는 메모리 속 바이트를 "파일인 척" 보이게 한다. 그래서 파일 경로를 받는 sf.read에 그대로 넣을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시험 세트 통계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데이터부터 재 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zt = load_dataset("kresnik/zeroth_korean", split="test")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zt = zt.cast_column("audio", HFAudio(decode=False))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ex in zt: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sr = sf.read(io.BytesIO(ex["audio"]["bytes"]))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sf.write(f"zeroth_test/{ex['id']}.flac", y, sr)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457개 · 약 1.2시간 · 화자 10명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0" y="137160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수업 시간 때문에 작은 시험 세트(약 60 MB)를 연습 재료로 씁니다. 실제 Fine-tuning에서는 학습 세트로 학습하고 공식 시험 세트는 마지막 평가에만 씁니다.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KsponSpeech 전사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 그대로 적고, 기호로 표시한다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ksp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791" y="1325880"/>
            <a:ext cx="8932113" cy="28346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(3시)/(세 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이중 전사: 철자 / 발음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한쪽 고르기 (학습 · 평가 같은 규칙)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b/ l/ o/ n/ u/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숨 · 웃음 · 겹침 · 잡음 · 알 수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 *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· 더듬기 / 알아듣기 어려움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 떼기 (또는 * 문장 버리기)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음/ 어/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간투사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 떼기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전사 정제 함수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중요한 네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651760"/>
          </a:xfrm>
          <a:prstGeom prst="roundRect">
            <a:avLst>
              <a:gd name="adj" fmla="val 206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clean_kspon(text, mode="spelling"):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re.sub(r"\(([^)]*)\)/\(([^)]*)\)",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lambda m: m.group(2 if mode == "phonetic" else 1), text)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re.sub(r"[a-z]/", "", s)          # 잡음 태그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s.replace("+", "").replace("*", "").replace("/", "")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re.sub(r"\s+", " ", s).strip()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2336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else ____  → 1 (철자)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416052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42336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.replace(____, "")  → "*"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1371600"/>
            <a:ext cx="3867912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36992" y="1444752"/>
            <a:ext cx="35387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o/ 그럼 (3시)/(세 시)에 b/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회의+ 회의를 할까/ 요* 음/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그럼 3시에 회의 회의를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할까 요 음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301752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301752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D11-4 전사 정제기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머리말 없는 PCM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.pcm = 소리 숫자만 줄줄이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p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49" y="1325880"/>
            <a:ext cx="9210797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02336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96512"/>
            <a:ext cx="6620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open(path, "rb").read()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np.frombuffer(raw, dtype=np.int16).astype(np.float32) / 32768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25780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33095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dtype=____  → np.int16   (2바이트 = 샘플 하나)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402336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02336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D11-5 PCM 바이트 읽기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0" y="46634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64,000바이트 ÷ 2 = 32,000샘플 ÷ 16,000 = 2초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AIHub 형식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원천데이터(소리) + 라벨링데이터(JSON)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47914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aihub_mini/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원천데이터/S001/S001_0001.wav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라벨링데이터/S001/S001_0001.json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{"발화정보": {"fileNm": "S001_0001.wav",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"stt": "오늘 회의는 …", "recrdTime": 3.21},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"녹음자정보": {"recorderId": "S001", …}}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371600"/>
            <a:ext cx="5696712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1444752"/>
            <a:ext cx="536752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= sorted(glob("aihub_mini/라벨링데이터/**/*.json",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recursive=True))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parse_label(jp):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 = json.load(open(jp, encoding="utf-8"))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wav = jp.replace("라벨링데이터", "원천데이터")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.replace(".json", ".wav")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info = sf.info(wav)  # 길이 · 주파수 · 채널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005072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recursive=____  → True  (** = 하위 폴더 전부)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93192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"짝 찾기": 라벨 경로의 폴더 이름과 확장자만 바꾸면 소리 경로가 된다.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목록표 (manifest)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파일을 표 한 장으로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manif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811" y="1325880"/>
            <a:ext cx="8858073" cy="27432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path · text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입력 · 정답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duration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 필터 · CPS · 전체 시간 계산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speaker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단위 분할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출처별 통계 · 라이선스 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D11-6 목록표 만들기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형식 맞추기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소리 → 16 kHz 모노 float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load_16k(path):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path.endswith(".pcm"): return read_pcm(path)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sr = sf.read(path, dtype="float32", always_2d=True)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y.mean(axis=1)                 # 스테레오 → 모노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sr != 16000: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 = librosa.resample(y, orig_sr=sr, target_sr=16000)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79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형식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flac 16 kHz 모노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kspon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pcm 16 kHz (머리말 없음)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aihub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 16 / 44.1 kHz, 모노 · 스테레오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규격이 제각각인 콘센트에 어댑터 하나를 끼우는 것: 뒤 단계는 "16 kHz 모노"만 생각하면 된다.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품질 필터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길이와 말 빠르기로 "안 맞는" 샘플 거르기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0309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31920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05072"/>
            <a:ext cx="66202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df_all["cps"] = df_all.n_chars / df_all["duration"]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reason[(reason == "") &amp; (df_all.duration &gt; 30)] = "너무 김"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빈 전사 · 1초 미만 · CPS &gt; 12 · CPS &lt; 2 도 같은 방식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525780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33095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duration &gt; ____  → 30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0" y="525780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51960" y="533095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df_all[____]  → "duration"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2588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심어 둔 문제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걸리는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전사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 == ""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9초 침묵 꼬리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CPS &lt;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소리 + "네."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CPS &lt;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 초과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duration &gt; 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7772400" y="342900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909560" y="342900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D11-7 품질 필터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데이터 누수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화자는 학습에 없어야 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487" y="1325880"/>
            <a:ext cx="8956721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023360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96512"/>
            <a:ext cx="66202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gss = GroupShuffleSplit(n_splits=1, test_size=test_size, random_state=seed)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next(gss.split(df, groups=df[group]))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= "speaker"; rest, test = split_by(df_ok, 0.2, group=GROUP)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534924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42239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 = ____  → "speaker"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402336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02336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D11-8 데이터 누수 실험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0" y="46634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assert: set(train.speaker) &amp; set(test.speaker) == 빈 집합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세 묶음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· valid ·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보나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배우는 데이터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학습 단계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valid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하이퍼파라미터 · 체크포인트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중 주기적으로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성적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 마지막 한 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371600"/>
            <a:ext cx="386791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6992" y="1463040"/>
            <a:ext cx="3538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연습문제 · 모의고사 · 수능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연습문제(train)로 공부하고 모의고사(valid)로 공부법을 고르고, 수능(test)은 한 번만 본다. 수능 문제를 미리 보면 점수는 의미가 없다.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3383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test를 보고 설정을 바꾸기 시작하면 test도 사실상 valid가 된다.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02336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4096512"/>
            <a:ext cx="10765231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rest, test = split_by(df_ok, 0.2, group=GROUP)     # 화자 기준 test 20%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train, valid = split_by(rest, 0.15, group=GROUP)   # 남은 것에서 valid 15%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not overlap   # 세 묶음 사이 겹치는 화자 없음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출처별 개수도 함께 확인: 한 묶음에 한 출처만 몰리지 않았는지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Whisper 학습 입력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목록표 한 줄 → input_features + labels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pic>
        <p:nvPicPr>
          <p:cNvPr id="6" name="Image 0" descr="/home/claude/d11/build/fig_dark/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897" y="1325880"/>
            <a:ext cx="7377902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657600"/>
            <a:ext cx="7315200" cy="1920240"/>
          </a:xfrm>
          <a:prstGeom prst="roundRect">
            <a:avLst>
              <a:gd name="adj" fmla="val 285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730752"/>
            <a:ext cx="698601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 = WhisperProcessor.from_pretrained("openai/whisper-small",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language="korean", task="transcribe")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prepare(row):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load_16k(row["path"])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row["input_features"] = processor.feature_extractor(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y, sampling_rate=SR).input_features[0]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row["labels"] = processor.tokenizer(row["text"]).input_ids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row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3657600"/>
          <a:ext cx="35021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73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input_features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 × 3000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labels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448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길이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≤ 30초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D11-9 Whisper 입력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 · 저장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save_to_disk → 내일 바로 불러오기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dsd = DatasetDict({n: Dataset.from_pandas(d[cols]) for n, d in ...})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dsd = dsd.map(prepare, desc="Whisper 입력 만들기")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dsd.save_to_disk("ko_asr_prepared")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...to_csv("ko_asr_manifest.csv", index=False)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D12: load_from_disk("ko_asr_prepared")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124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 + 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많이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with_transform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적게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274320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세션이 끝나면 파일이 사라집니다. Google Drive에 복사해 두세요.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803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3749040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D12: load_from_disk("ko_asr_prepared")로 불러오기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261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206240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콜레이터로 배치마다 labels 패딩(-100)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718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4663440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Seq2SeqTrainer로 Whisper 전체 학습 · CER로 평가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데이터로 내일 Whisper를 고쳐 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음성 데이터셋의 말투 · 규모 · 라이선스를 비교했다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datasets를 스트리밍하고 바이트로 소리를 읽었다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KsponSpeech 전사를 정제하고 PCM을 읽었다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AIHub 형식에서 목록표를 만들었다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kHz 변환 · 품질 필터로 문제 샘플을 걸렀다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화자 단위로 나누고 Whisper 입력으로 저장했다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D12 Whisper Full Fine-tuning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저장한 ko_asr_prepared를 불러와 Seq2SeqTrainer로 Whisper 전체를 학습합니다. 데이터 콜레이터(패딩) · 학습률 · 평가 지표(D10 CER)를 연결하고, 학습 전 · 후 CER을 비교합니다.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D11_한국어음성데이터셋_실습.ipynb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D11 한국어 음성 데이터셋</dc:title>
  <dc:subject>PptxGenJS Presentation</dc:subject>
  <dc:creator>PptxGenJS</dc:creator>
  <cp:lastModifiedBy>PptxGenJS</cp:lastModifiedBy>
  <cp:revision>1</cp:revision>
  <dcterms:created xsi:type="dcterms:W3CDTF">2026-10-20T01:12:24Z</dcterms:created>
  <dcterms:modified xsi:type="dcterms:W3CDTF">2026-10-20T01:12:24Z</dcterms:modified>
</cp:coreProperties>
</file>