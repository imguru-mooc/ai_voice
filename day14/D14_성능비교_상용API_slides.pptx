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3주차에 만든 모델들(D12 Full, D13 LoRA)을 원래 Whisper, 상용 API와 같은 시험지로 채점하고, 정확도 · 속도 · 비용 · 개인정보로 고르는 법을 배웁니다. 마지막으로 Hugging Face Hub에 올립니다. API 키는 모두 선택이며, 없으면 그 단계를 건너뜁니다.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한 문장씩 답하고, 리더보드 · 부트스트랩 표 · Hub 주소를 제출하면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D12 모델 · D13 어댑터를 Drive에 저장해 왔는지 먼저 확인하세요. 없으면 그 시스템만 건너뛰고 나머지는 진행됩니다. API 키가 없는 학생은 강사 화면의 API 결과를 공유해 리더보드에 손으로 넣게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애니메이션 D14-2에서 규칙을 하나씩 꺼 보며 순위가 뒤집히는 것을 보여 주세요. 특히 "누수"와 "정규화 차이"는 실무에서 가장 흔한 실수입니다.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로컬은 데이터가 밖으로 안 나가고 GPU 비용 · 관리가 필요합니다. API는 설치가 없고 쓴 만큼 내지만 소리가 외부 서버로 전송됩니다(D34).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로컬은 16개씩 묶어 처리해 RTF가 매우 작습니다. 실시간 서비스에서는 묶음을 기다리는 시간 때문에 문장당 지연이 더 중요합니다(5 · 6주차).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10월 문서 기준입니다. OpenAI는 gpt-transcribe를 권장하고 whisper-1 · gpt-4o-transcribe 계열을 2027-02-26 종료 예정으로 안내합니다. 수업 전 공식 문서를 한 번 더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SDK 대신 REST를 직접 부르면 의존성 충돌이 없고, 무엇을 보내는지 눈으로 볼 수 있습니다. 요청을 만드는 함수와 보내는 함수를 나눠 키 없이도 모양을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가격은 2026-10 참고값입니다: OpenAI gpt-transcribe 분당 약 $0.0045(추정), Google v1 분당 $0.016(로깅 사용) · 매월 60분 무료. CLOVA CSR 단가는 콘솔 확인이 필요해 15초당 5원을 가정했습니다.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상시 GPU 월 비용 ÷ (API 분당 가격 × 60 × 30) = 하루 손익분기 시간. 예: GPU $0.5/시간 상시 = 월 $360, OpenAI $0.0045/분이면 하루 약 44시간 처리부터 로컬이 유리(가정값).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파레토 경계 아래(비싸고 부정확)는 탈락. 남은 후보 중에서 서비스 요구 사항(외부 전송 · 지연 · 용어)으로 고릅니다. 애니메이션 D14-6에서 가중치를 바꿔 1등이 바뀌는 것을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상용 API 대부분은 키워드 · 힌트 기능(OpenAI keywords[] · prompt 등)이 있어 학습 없이 용어 정확도를 올릴 수도 있습니다(과제 2). 그래도 외부 전송이 안 되면 로컬뿐입니다.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문장별 CER은 들쭉날쭉해 100문장의 평균도 흔들립니다. 같은 크기로 복원 추출을 2,000번 해서 차이의 분포를 보고, 95% 구간이 0을 포함하면 "단정할 수 없음".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차이 = 원래 − 비교 시스템이므로 양수면 비교 시스템이 더 좋습니다. 구간 전체가 0보다 크면 개선. 같은 문장 번호로 짝지어 뽑는 것(paired)이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규칙은 간단판입니다. 용어 → 숫자 표기 → 크게 틀림(CER 50% 초과) → 일부 글자 순서로 분류합니다. 결과가 가장 다른 문장 5개를 함께 읽어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 → Access Tokens에서 write 토큰을 만들어 Colab 보안 비밀 HF_TOKEN에 넣습니다. 오늘은 private으로 올리고, 공개는 라이선스 확인 뒤에 결정합니다.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사이 메타데이터(YAML)는 Hub 검색 · 위젯이 읽습니다. 본문에는 시험 세트와 함께 성능, 학습 데이터, 한계, 사용법을 적습니다. 토큰은 절대 적지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exist_ok=True라 다시 실행해도 오류가 없습니다. upload_folder는 폴더 안 파일을 한 번의 커밋으로 올립니다. 비공개 저장소는 같은 계정 토큰으로만 받을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D15 미니 프로젝트에서는 이 다섯 날의 흐름을 팀별 도메인으로 하루에 다시 합니다. 오늘 노트북이 성능 리포트의 뼈대입니다.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탭까지 채점한 뒤 노션에 캡처해 제출하게 합니다. 리더보드 · 부트스트랩 표 · Hub 주소를 함께 붙이게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4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4/animation.html#fair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4/animation.html#latency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4/animation.html#ap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4/animation.html#billing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4/animation.html#leaderboard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4/animation.html#bootstrap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4/animation.html#error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4/animation.html#hu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4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비교 &amp; 상용 API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시험지로 채점 · 고르기 · 공개하기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공정한 비교 → 원래 · D12 Full · D13 LoRA → OpenAI · Google · CLOVA REST 호출 → 과금 · 비용 → 리더보드 → 부트스트랩 → 오류 분석 → Hugging Face 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M3 · 4시간 · T4 GPU · API 키는 선택 · 실습 노트북 Part 0 ~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시스템              일반CER  용어  1시간당$  외부전송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원래 Whisper        …     …      …      아니요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D12 Full            …     …      …      아니요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D13 LoRA            …     …      …      아니요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gpt-transcribe  …     …      …      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STT v1          …     …      …      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원래 − D12: 95% 구간 [ … , … ] → 개선 ✓ ?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https://huggingface.co/사용자명/…-lora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각자 실행 결과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모델은 정말 나아졌고, 무엇을 써야 할까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시스템을 공정하게 비교하려면 무엇을 맞춰야 하나?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~ 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모델들은 얼마나 정확하고 빠른가 (RTF)?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 API는 어떻게 부르고, 비용은 어떻게 계산하나?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· 속도 · 비용 · 개인정보를 한 표에서 어떻게 고르나?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차이는 진짜인가, 우연인가?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 ~ 7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어떻게 공유하고 다시 쓰나?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→ API → 리더보드 → 통계 → 공개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pic>
        <p:nvPicPr>
          <p:cNvPr id="6" name="Image 0" descr="/home/claude/d14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공정한 비교 규칙, 시험 세트(일반 + 도메인), 내 모델 채점 · RTF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3 · 빈칸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API 3종 REST 호출, 지연, 과금 단위 · 비용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· 빈칸 2 ~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리더보드, 부트스트랩 신뢰구간, 오류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~ 7 · 빈칸 5 ~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Hugging Face Hub 업로드 · 모델 카드,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8 ~ 9 · 빈칸 7 ~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공정한 비교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시험지 · 같은 채점 · 누수 없음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pic>
        <p:nvPicPr>
          <p:cNvPr id="6" name="Image 0" descr="/home/claude/d14/build/fig_dark/f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658" y="1325880"/>
            <a:ext cx="9508379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617720"/>
            <a:ext cx="6437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맛집 비교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메뉴를 같은 기준으로 맛보되, 가격 · 대기 시간 · 배달 가능 여부(데이터 외부 전송)까지 따져야 우리 회사 점심을 고를 수 있다.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589520" y="4526280"/>
            <a:ext cx="40507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45262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D14-2 불공정한 비교 찾기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비교 대상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GPU의 모델 vs 인터넷 너머의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pic>
        <p:nvPicPr>
          <p:cNvPr id="6" name="Image 0" descr="/home/claude/d14/build/fig_dark/sys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27" y="1325880"/>
            <a:ext cx="9654241" cy="30175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1097280"/>
                <a:gridCol w="43251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 세트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Zeroth 공식 test 무작위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낭독 한국어 (D12가 강해야)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D13 용어 20 × 시험용 문장 틀 3, gTTS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 용어 (D13이 강해야)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속도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RTF = 처리 시간 ÷ 소리 길이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pic>
        <p:nvPicPr>
          <p:cNvPr id="6" name="Image 0" descr="/home/claude/d14/build/fig_dark/rt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311" y="1325880"/>
            <a:ext cx="9009074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114800"/>
            <a:ext cx="6949440" cy="1371600"/>
          </a:xfrm>
          <a:prstGeom prst="roundRect">
            <a:avLst>
              <a:gd name="adj" fmla="val 4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187952"/>
            <a:ext cx="6620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GPU: torch.cuda.synchronize()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time.time(); preds = transcribe_local(m, ROWS)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GPU: torch.cuda.synchronize()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rtf = (time.time() - t0) / AUDIO_SEC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772400" y="4114800"/>
            <a:ext cx="386791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9560" y="4187952"/>
            <a:ext cx="35935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elapsed / ____  → AUDIO_SEC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0" y="489204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489204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D14-3 RTF와 지연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상용 API 해부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인증 · 소리 · 옵션 → JSON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3291840"/>
                <a:gridCol w="32278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Cloud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NAVER CLOVA CSR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/v1/audio/transcriptions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/v1/speech:recognize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/recog/v1/stt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Authorization: Bearer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URL key=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X-NCP-APIGW-API-KEY(-ID)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multipart 파일 (25 MB)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JSON base64 (동기 1분)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본문 그대로 (60초)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languages[]=ko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languageCode: ko-KR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lang=Kor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{"text": …}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results[].alternatives[0]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{"text": …}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931920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3931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D14-4 API 요청 해부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0" y="3931920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소리는 회사 서버로 전송 → 동의 · 약관 · 보관 정책 확인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요청 만들기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 하나로 세 회사 모두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223760" cy="3840480"/>
          </a:xfrm>
          <a:prstGeom prst="roundRect">
            <a:avLst>
              <a:gd name="adj" fmla="val 142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89457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openai_request(wav):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dict(url=".../v1/audio/transcriptions",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headers={"Authorization": f"Bearer {KEY}"},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data=[("model", "gpt-transcribe"), ("languages[]", "ko")],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files={"file": ("audio.wav", wav, "audio/wav")})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google_request(wav):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dict(url=".../v1/speech:recognize?key=" + KEY,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json={"config": {"encoding": "LINEAR16", "sampleRateHertz": 16000,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"languageCode": "ko-KR"},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"audio": {"content": base64.b64encode(wav).decode()}})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requests.post(timeout=60, **openai_request(wav)); resp.json()["text"]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46720" y="1371600"/>
            <a:ext cx="359359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1444752"/>
            <a:ext cx="3319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("languages[]", ____)  → "ko"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46720" y="2148840"/>
            <a:ext cx="359359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3880" y="2221992"/>
            <a:ext cx="3319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"languageCode": ____  → "ko-KR"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0" y="301752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3개 모두 실패 → 멈춤 (키 · 권한)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 · 과금 단위와 비용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요청마다 단위 시간으로 올림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pic>
        <p:nvPicPr>
          <p:cNvPr id="6" name="Image 0" descr="/home/claude/d14/build/fig_dark/bi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" y="1325880"/>
            <a:ext cx="10677854" cy="2834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9768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370832"/>
            <a:ext cx="6620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billed_seconds(durs, unit):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sum(math.ceil(d / unit) * unit for d in durs)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772400" y="4297680"/>
            <a:ext cx="386791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9560" y="4370832"/>
            <a:ext cx="35935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math.____(d / unit)  → ceil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D14-5 비용 계산기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 · API vs 로컬 GPU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만큼 vs 켜 둔 만큼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2651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API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구조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처리한 소리 분 × 단가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켜 둔 시간 × 시간당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적게 쓸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노는 시간도 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많이 쓸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선형으로 증가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유리 (손익분기 이후)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서버로 전송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안에 머묾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· 업데이트 · 장애 대응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371600"/>
            <a:ext cx="3867912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36992" y="1463040"/>
            <a:ext cx="3538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손익분기 (하루 소리 시간)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GPU 월 비용 ÷ (API 분당 × 60 × 30)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$360 ÷ ($0.0045 × 1,800) ≈ 44시간/일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사용량이 적으면 API, 많고 민감하면 로컬. 섞어 쓰기도 흔하다.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리더보드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열만 보고 고르지 않기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pic>
        <p:nvPicPr>
          <p:cNvPr id="6" name="Image 0" descr="/home/claude/d14/build/fig_dark/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268" y="1325880"/>
            <a:ext cx="9597159" cy="29260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78638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· 도메인 CER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normalize() 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 정확도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문장의 용어 포함 비율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· 요청당 지연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처리량 · 체감 속도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 1시간당 USD · 외부 전송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·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595360" y="4434840"/>
            <a:ext cx="3044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732520" y="443484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D14-6 나만의 리더보드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무엇을 쓸까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사항이 먼저, 점수는 그다음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pic>
        <p:nvPicPr>
          <p:cNvPr id="6" name="Image 0" descr="/home/claude/d14/build/fig_dark/dec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592" y="1325880"/>
            <a:ext cx="9796511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617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 불가 → 로컬 · 용어가 핵심 → LoRA 또는 API 키워드 · 적게 쓰고 빨리 → API · 많이 쓰면 → 손익분기 계산.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부트스트랩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차이, 진짜인가요?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pic>
        <p:nvPicPr>
          <p:cNvPr id="6" name="Image 0" descr="/home/claude/d14/build/fig_dark/boots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09829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268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4572000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문장별 CER 짝 → 같은 크기 n으로 복원 추출 → 평균 차이 → 2,000번 → 2.5 ~ 97.5% 구간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D14-7 부트스트랩 실험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부트스트랩 코드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rng.integers(0, n, n) 과 [2.5, 97.5]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223760" cy="2743200"/>
          </a:xfrm>
          <a:prstGeom prst="roundRect">
            <a:avLst>
              <a:gd name="adj" fmla="val 2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89457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bootstrap_diff(a, b, n_boot=2000, seed=0):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np.asarray(a), np.asarray(b); n = len(a)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rng = np.random.default_rng(seed); diffs = []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range(n_boot):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idx = rng.integers(0, n, n)          # 복원 추출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diffs.append(a[idx].mean() - b[idx].mean())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np.percentile(diffs, [2.5, 97.5])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a.mean() - b.mean(), lo, hi, np.array(diffs)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46720" y="1371600"/>
            <a:ext cx="359359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1444752"/>
            <a:ext cx="3319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rng.integers(0, n, ____)  → 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46720" y="2148840"/>
            <a:ext cx="359359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3880" y="2221992"/>
            <a:ext cx="3319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[2.5, ____]  → 97.5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3017520"/>
          <a:ext cx="35935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562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[0.8, 2.6]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✓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[−0.4, 1.8]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 불확실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[−2.1, −0.3]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악화 ✗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 · 오류 분석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종류별로 세면 고칠 곳이 보인다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223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규칙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고치는 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문장인데 용어가 결과에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LoRA · 키워드 힌트 · 용어 사전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표기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정답이나 결과에 숫자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정규화(D10) · 표기 통일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크게 틀림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CER 50% 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VAD(D4) · 환각 대응(D7) · 더 큰 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글자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밖의 틀림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추가 · Fine-tuning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046720" y="1371600"/>
            <a:ext cx="35935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183880" y="137160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D14-8 오류 종류 탐색기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046720" y="2011680"/>
            <a:ext cx="3593592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83880" y="2103120"/>
            <a:ext cx="3319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API가 일반 CER 1등, 용어는 D13이 1등이면?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 불가 → D13. 가능하면 API 키워드부터 시도 → 부족하면 LoRA. 섞어 쓰기도 흔함. 어떤 경우든 내 녹음으로 재확인.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8.1 · Hugging Face Hub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GitHub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pic>
        <p:nvPicPr>
          <p:cNvPr id="6" name="Image 0" descr="/home/claude/d14/build/fig_dark/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70" y="1325880"/>
            <a:ext cx="9893355" cy="301752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67025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올릴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쪽 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D13 LoRA 어댑터 (우선)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14 MB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PeftModel.from_pretrained(원래 모델, repo_id)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D12 Full 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 GB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WhisperForConditionalGeneration.from_pretrained(repo_id)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8.2 · 모델 카드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· 무엇으로 · 얼마나 · 어디서 약한지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4206240"/>
          </a:xfrm>
          <a:prstGeom prst="roundRect">
            <a:avLst>
              <a:gd name="adj" fmla="val 130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5705856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language: ko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license: apache-2.0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base_model: openai/whisper-small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library_name: peft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pipeline_tag: automatic-speech-recognition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datasets: [kresnik/zeroth_korean]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metrics: [cer]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성능 (D14 시험 세트 · normalize 후 CER)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시스템 | 일반 CER | 도메인 CER | 용어 정확도 |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학습 데이터 · ## 한계 · ## 사용법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66560" y="1371600"/>
            <a:ext cx="48737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03720" y="137160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D14-9 모델 카드 만들기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766560" y="2011680"/>
            <a:ext cx="487375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5875">
            <a:solidFill>
              <a:srgbClr val="F06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1152" y="2103120"/>
            <a:ext cx="45445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공개 전 확인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Zeroth: CC BY 4.0 → 출처 표시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AIHub 데이터로 학습: 약관상 공개 제한 가능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직접 녹음: 동의 범위에 모델 공개 포함?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토큰 · 개인정보를 카드에 쓰지 않기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8.3 · 업로드 · 다시 불러오기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create_repo → upload_folder → from_pretrained(repo_id)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223760" cy="3291840"/>
          </a:xfrm>
          <a:prstGeom prst="roundRect">
            <a:avLst>
              <a:gd name="adj" fmla="val 1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89457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= HfApi(token=KEYS["HF_TOKEN"])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repo_id = f"{api.whoami()['name']}/whisper-small-ko-medical-lora"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api.create_repo(repo_id, private=True, exist_ok=True)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shutil.copytree(UPLOAD_SRC, "hub_upload"); README.md 쓰기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api.upload_folder(folder_path="hub_upload", repo_id=repo_id)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WhisperForConditionalGeneration.from_pretrained("openai/whisper-small")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= PeftModel.from_pretrained(base, repo_id)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46720" y="1371600"/>
            <a:ext cx="359359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1444752"/>
            <a:ext cx="3319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private=____  → True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46720" y="2148840"/>
            <a:ext cx="359359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3880" y="2221992"/>
            <a:ext cx="3319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api.____(...)  → upload_folder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2926080"/>
            <a:ext cx="359359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83880" y="2999232"/>
            <a:ext cx="3319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from_pretrained(…, ____)  → repo_id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3주차를 돌아보며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→ Full → LoRA → 비교 · 공개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217920"/>
                <a:gridCol w="377647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데이터셋 · 목록표 · 품질 필터 · 화자 단위 분할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ko_asr_manifest.csv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Fine-tuning · Collator · compute_metrics · 곡선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whisper-small-ko (약 1 GB)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LoRA · 도메인 용어 · 프롬프트 비교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lora-medical (약 14 MB)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공정한 비교 · API · 비용 · 부트스트랩 · Hub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리더보드 · 모델 카드 · Hub 저장소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특화 ASR 미니 프로젝트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 리포트 · 발표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시험지로 채점하고, 요구 사항으로 고르고, 카드와 함께 공개했다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공정한 비교 규칙으로 시험 세트를 만들었다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모델들의 CER · RTF를 쟀다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REST로 상용 API를 부르고 비용을 계산했다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리더보드로 요구 사항에 맞는 시스템을 골랐다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부트스트랩으로 차이가 진짜인지 확인했다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카드와 함께 Hub에 올리고 다시 불러왔다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D15 미니 프로젝트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도메인을 정해 데이터 만들기 → LoRA 학습 → 오늘의 비교 · 부트스트랩 · 오류 분석 → Hub 업로드와 모델 카드까지 하루에 완성하고 성능 리포트로 발표합니다. 내 목소리 시험 세트(과제 1)를 꼭 준비해 오세요.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D14_성능비교_상용API_실습.ipynb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T4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D14 성능 비교 · 상용 API · Hub</dc:title>
  <dc:subject>PptxGenJS Presentation</dc:subject>
  <dc:creator>PptxGenJS</dc:creator>
  <cp:lastModifiedBy>PptxGenJS</cp:lastModifiedBy>
  <cp:revision>1</cp:revision>
  <dcterms:created xsi:type="dcterms:W3CDTF">2026-10-21T04:58:08Z</dcterms:created>
  <dcterms:modified xsi:type="dcterms:W3CDTF">2026-10-21T04:58:08Z</dcterms:modified>
</cp:coreProperties>
</file>