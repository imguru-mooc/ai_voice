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강의보다 프로젝트 운영이 중심입니다. 3주차(D11~D14)에 배운 것을 팀별 도메인으로 하루에 다시 하고, 마지막에 원래 Whisper보다 낫다는 것을 숫자로 증명하는 리포트를 내고 3분 발표합니다. 전날 만든 report.html 예시를 30초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질문에 리포트로 답하면 오늘 목표 달성입니다. 질문 1은 모델을 만들기 전에 답해야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교시 끝 체크포인트를 칠판에 적어 두고 팀마다 확인하세요. 밀리면 max_steps를 120으로 줄이는 것이 첫 번째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팀이 2명이면 학습 담당이 평가까지 맡습니다. 평가 원칙(정직한 불확실은 감점 아님)을 처음에 분명히 말해 두면 결과 해석이 훨씬 정직해집니다.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장면에 따라 중요한 지표가 다릅니다. 병원은 용어 · 개인정보, 콜센터는 지연 · 전화 음질. 목표에는 지표 이름, 시험 세트, 방향, 값이 모두 있어야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문장 단위로 섞으면 같은 틀이 양쪽에 들어가 점수가 부풀려집니다. 누수 검사 결과는 리포트 3장에 그대로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교실 안 녹음은 서로 섞이니 복도나 빈 강의실, 또는 휴대폰 녹음 후 업로드를 권하세요. 녹음 문장은 시험용 틀로만 만들고, 녹음은 Hub에 올리지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프롬프트만으로 목표를 넘으면 LoRA가 꼭 필요한지 리포트에서 논의합니다. 원래 모델이 이미 100% 맞히는 용어는 바꿔도 좋습니다(바꿨다고 적기).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버튼을 누른 팀은 노트북을 그대로 두고, 평가 · 리포트 담당이 REPORT_TEXT의 문제 정의를 먼저 씁니다. 기준선 숫자를 인용하게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diagnose()는 간단 규칙입니다. 최종 판단은 곡선을 직접 보고 하게 하세요. 과적합이어도 best 체크포인트로 평가되므로 리포트에 그대로 적으면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목소리 10문장은 구간이 넓습니다. "10문장으로는 단정할 수 없었다"고 쓰는 것이 정직하고, 평가에서도 그렇게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cutoff를 0.65 · 0.75 · 0.85로 바꿔 ⑤ 행의 용어 정확도와 일반 CER을 함께 비교하게 하세요. 리포트 8장 해석의 좋은 재료입니다.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FINAL="auto"는 ③ ④ ⑤ 중 목표를 가장 많이 달성한 시스템을 고릅니다. 결과를 본 뒤 목표를 낮추는 것은 신뢰를 잃는 행동이라는 점을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약한 용어 상위 5개와 예시 문장 4개가 리포트 7장에 자동으로 들어갑니다. 학생들이 직접 들어 보고 원인을 추측하게 하세요(외래어, 받침, 띄어쓰기).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TODO가 남아 있으면 셀이 경고합니다. report.html은 그림을 품고 있어 한 파일만 노션에 첨부하면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예와 좋은 예를 소리 내어 비교해 보세요. 좋은 예는 모두 숫자 옆에 시험 세트 · 문장 수 · 기준선이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타이머를 화면에 띄우고 3분에서 끊으세요. 질문은 팀마다 하나씩: 누수 확인 방법, 내 목소리 결과 해석, 불확실을 개선이라 말해도 되는지, cutoff의 대가.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어댑터 폴더를 지우지 말라고 꼭 말해 주세요. D20에서 TTS 품질을 ASR 역검증 CER로 잴 때 오늘 모델을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rubric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goals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data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record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curves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ci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fix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15/animation.html#report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5/animation.html#rubri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15/animation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 미니 프로젝트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특화 한국어 ASR + 성능 리포트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카드 → 데이터 · 누수 검사 → 내 목소리 시험 세트 → 기준선 → LoRA → 판정(목표 · 부트스트랩 · 오류) → 리포트 → 3분 발표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2~3명 · 4시간 · T4 GPU · 실습 노트북 Part 0 ~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78992"/>
            <a:ext cx="479145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1조 성능 리포트: 의료 특화 한국어 ASR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용어 정확도 · 도메인 TTS     … → …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용어 정확도 · 내 목소리      … → …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일반 CER 변화 (Zeroth)       …%p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RTF · 어댑터                 … · … MB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③ LoRA · 목표 …/4 달성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report.md · report.html · pitch.txt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요약 카드 모양 · 숫자는 팀마다 다름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미션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"좋아졌다"를 숫자로 증명한다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14630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어떤 상황에서 쓰고, 무엇이 좋아져야 하나? (목표값)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180015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1762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21762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데이터가 학습에 새지 않았나? (누수 0)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180015" y="21762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88950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895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8895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합성음이 아닌 사람 목소리에서도 그런가?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180015" y="288950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60273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6027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88720" y="36027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무엇보다 좋아졌나? (원래 · 프롬프트 기준선)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0180015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~ 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31596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3159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188720" y="43159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목표를 달성했나, 그 차이는 우연이 아닌가?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180015" y="431596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88720" y="502920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사람이 읽고 믿고 다시 돌릴 수 있나?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0180015" y="5029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7 ~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네 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46" y="1325880"/>
            <a:ext cx="9837202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766560"/>
                <a:gridCol w="3227832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⏱️ 체크포인트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· 역할, 프로젝트 카드, 용어 · 문장 틀, 데이터, 녹음 (빈칸 1 ~ 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0:50 누수 0 · 녹음 10개 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기준선, LoRA 학습 (학습 중 리포트 1장), 곡선 진단 (빈칸 4 ~ 6)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1:50 어댑터 저장 · 진단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후처리 실험, 목표 판정, 부트스트랩, 오류 분석 (빈칸 7 · 8)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2:50 목표표 · 부트스트랩 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 생성 (빈칸 9), 3분 발표 · 동료 평가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3:20 report.html · 3:50 평가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982712" y="34747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119872" y="3474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D15-1 오늘의 흐름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 · 팀과 평가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셋, 평가 여섯 항목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맡는 Part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· 녹음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· 누수 0 · 녹음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 · 곡선 · 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· 리포트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· 6 · 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GOALS · 판정 · report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3246120"/>
            <a:ext cx="4791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맞춤 정장 주문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치수 재기(프로젝트 카드) → 원단(데이터) → 가봉(기준선 · 학습) → 거울 앞 확인(판정) → 납품서(리포트) → 패션쇼(발표).</a:t>
            </a:r>
            <a:endParaRPr lang="en-US" sz="1250" dirty="0"/>
          </a:p>
        </p:txBody>
      </p:sp>
      <p:pic>
        <p:nvPicPr>
          <p:cNvPr id="9" name="Image 0" descr="/home/claude/d15/build/fig_dark/rub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5696712" cy="1565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434340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50% + 동료 평균 50% · 정직한 "차이 불확실"은 감점이 아니다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943600" y="4846320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080760" y="4846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D15-9 발표 평가표 계산기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프로젝트 카드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사항 → 지표 → 목표 (결과 전에)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170" y="1325880"/>
            <a:ext cx="9893355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949440" cy="1417320"/>
          </a:xfrm>
          <a:prstGeom prst="roundRect">
            <a:avLst>
              <a:gd name="adj" fmla="val 387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99432"/>
            <a:ext cx="66202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 = [   # (지표, 방향, 목표값, 이유)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("용어(%) · 도메인 TTS",        "&gt;=", 90.0, "…"),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("CER 변화(%p) · 일반 Zeroth", "&lt;=", 1.0,  "…"),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("RTF",                         "&lt;=", 0.2,  "…"), ]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4526280"/>
            <a:ext cx="39593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5262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D15-2 요구 사항 → 지표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데이터 설계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틀 단위로 나누고, 누수 0을 확인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303" y="1325880"/>
            <a:ext cx="9209088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599432"/>
            <a:ext cx="52120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·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test_tpl = TEMPLATES[____:]          → N_TRAIN_TPL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leak = set(학습) &amp; set(map(normalize, ____)) → test_texts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52628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452628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D15-3 데이터 설계 · 누수 검사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내 목소리 시험 세트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합성음 점수의 한계를 사람 목소리로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4498" y="1325880"/>
            <a:ext cx="94627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9768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370832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 … "-ac", "1", "-ar", str(____)  → SR (16000)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4297680"/>
          <a:ext cx="60624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4495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녹음 요령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조용한 곳 · 입에서 한 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평소 말 속도 · 끝까지 한 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두 명 이상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동의 · 팀 Drive에만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39496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394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D15-4 녹음 품질 점검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기준선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무엇보다 좋아졌는지부터 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쉽게 말하면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원래 Whisper와 ② 용어 목록 프롬프트를 같은 시험 세트 네 가지로 먼저 잰다.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 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보는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TTS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시험용 틀 × 용어 (합성음)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용어를 익혔는지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Zeroth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Zeroth 공식 test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실력을 지켰는지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목소리 도메인 · 일상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녹음 (있을 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목소리에서도 그런지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374904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382219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processor.get_prompt_ids(____, return_tensors="pt")  → PROMPT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개선 = 기준선 점수 − 우리 점수 (CER은 낮을수록 좋으므로)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LoRA 학습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D13 레시피 그대로, 학습 중에는 리포트 1장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400800" cy="2057400"/>
          </a:xfrm>
          <a:prstGeom prst="roundRect">
            <a:avLst>
              <a:gd name="adj" fmla="val 2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607161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lora_cfg = LoraConfig(r=32, lora_alpha=64, lora_dropout=0.05,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target_modules=["q_proj", ____])  # 빈칸 5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get_peft_model(model, lora_cfg)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Seq2SeqTrainingArguments(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learning_rate=____,                 # 빈칸 6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max_steps=200, seed=SEED, label_names=["labels"],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load_best_model_at_end=True, metric_for_best_model="cer", …)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도는 5 ~ 10분 동안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0782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402336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담당: 노트북을 그대로 두고 로그 확인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5354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535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448056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· 리포트 담당: REPORT_TEXT["problem"] 쓰기 (기준선 숫자 인용)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992624"/>
            <a:ext cx="292608" cy="292608"/>
          </a:xfrm>
          <a:prstGeom prst="ellipse">
            <a:avLst/>
          </a:prstGeom>
          <a:solidFill>
            <a:srgbClr val="5CC8E0"/>
          </a:solidFill>
          <a:ln w="12700">
            <a:solidFill>
              <a:srgbClr val="5CC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992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5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60120" y="493776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녹음 담당: 남은 녹음 · 워크시트 1 · 2교시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71600"/>
          <a:ext cx="4416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496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데이터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280 + replay 200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파라미터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354만 (1.4%)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시간 (T4)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~ 10분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14 MB → Drive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223760" y="352044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"v_proj" · 1e-3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 · 학습 곡선 진단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 loss 모양으로 진단하고 처방한다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691" y="1325880"/>
            <a:ext cx="10648313" cy="265176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926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꾸준히 ↓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eval이 어느 순간 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과적합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best · step ↓ · 데이터 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출렁이며 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학습률 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1e-3 → 5e-4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안 내려감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덜 학습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138160" y="4160520"/>
            <a:ext cx="35021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8275320" y="416052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D15-5 학습 곡선 진단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판정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목표와 비교 → 우연이 아닌지 → 남은 오류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go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74" y="1325880"/>
            <a:ext cx="10093546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6766560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26280"/>
            <a:ext cx="6437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🍎 건강 검진표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수치마다 정상 범위(목표)가 있고 결과 옆에 정상 · 주의가 찍힌다. 한 번 잰 혈압으로 단정하지 않듯, 시험 문장이 적으면 신뢰구간을 같이 본다.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7589520" y="4434840"/>
            <a:ext cx="405079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26680" y="443484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D15-6 목표 판정과 신뢰구간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개선 실험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사전 후처리와 그 부작용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540" y="1325880"/>
            <a:ext cx="10144615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59943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difflib.SequenceMatcher(None, a, b).____()  → ratio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52628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452628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D15-7 용어 사전 후처리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목표 판정 · 부트스트랩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다른 지표를 한 표에서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6035040" cy="1463040"/>
          </a:xfrm>
          <a:prstGeom prst="roundRect">
            <a:avLst>
              <a:gd name="adj" fmla="val 375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44752"/>
            <a:ext cx="57058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meets(v, op, target):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 &gt;= target if op == "&gt;=" else v ____ target  # 빈칸 7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= "auto"   # 또는 "③ LoRA" · "④ …" · "⑤ …"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8737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30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부트스트랩 차이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좋아지면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CER: 원래 − 우리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용어: 우리 − 원래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 전체 &gt;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구간이 0 포함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차이 불확실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60350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행동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용어 개선 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그대로 결과로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CER 악화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replay ↑ 또는 step ↓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목소리 불확실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녹음을 늘려 구간 좁히기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안 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한계에 "녹음 없음"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766560" y="3429000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&lt;=  (경계값은 달성)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 · 남은 오류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합성음 95%, 내 목소리 60%라면?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합성음 한 목소리에 맞춰짐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목소리 학습 데이터 (다른 틀로)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증강이 약함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TTS 목소리 · 속도 · 잡음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소리와 무관한 보완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사전 후처리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숫자를 나란히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92240" y="1371600"/>
            <a:ext cx="5148072" cy="2103120"/>
          </a:xfrm>
          <a:prstGeom prst="roundRect">
            <a:avLst>
              <a:gd name="adj" fmla="val 260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56832" y="1444752"/>
            <a:ext cx="48188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아직 약한 용어 (정확도 %)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① 원래   우리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프레드니솔론     0      33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신우신염         0      67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혈소판감소증    33      67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92240" y="352044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숫자 · 팀마다 다름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· 성능 리포트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채우는 숫자 + 팀이 쓰는 해석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pic>
        <p:nvPicPr>
          <p:cNvPr id="6" name="Image 0" descr="/home/claude/d15/build/fig_dark/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727" y="1325880"/>
            <a:ext cx="9654241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599432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open(f"{OUT_DIR}/report.md", "w", encoding=____)  → "utf-8"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09360" y="4526280"/>
            <a:ext cx="533095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4526280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D15-8 리포트 점검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7.2 · 좋은 리포트의 세 가지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세트 · 한계 · 재현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68854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나쁜 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좋은 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 3.1%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TTS 60문장 CER 3.1% (정규화 후), 원래 8.4%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목소리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팀원 10문장 용어 30% → 65%, 구간 [−5, 62] → 단정 불가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시험 대부분 합성음 한 목소리 · 녹음 2명 · 조용한 교실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(없음)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transformers · peft 버전, seed 0, CFG, 노트북 · 어댑터 경로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숫자 옆에 시험 세트  ② 나쁜 결과와 한계도  ③ 다시 돌려 볼 수 있게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9.1 · 3분 발표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숫자 셋이 들리게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말할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문제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· 어디서 · 기준선 숫자 하나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데이터 ·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 · 틀 · 누수 0 · LoRA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 결과 · 판정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목표표 · 부트스트랩 · 내 목소리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오류 · 한계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약한 용어 · 믿으면 안 되는 부분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다음 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하나만 더 한다면?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371600"/>
            <a:ext cx="3867912" cy="2468880"/>
          </a:xfrm>
          <a:prstGeom prst="roundRect">
            <a:avLst>
              <a:gd name="adj" fmla="val 2963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09560" y="1463040"/>
            <a:ext cx="3593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평가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D15-9 계산기로 6항목 0 ~ 5점 → 100점 환산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👍 좋은 점 하나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궁금한 점 하나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복사 → 노션 평가 페이지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772400" y="4023360"/>
            <a:ext cx="3867912" cy="384048"/>
          </a:xfrm>
          <a:prstGeom prst="roundRect">
            <a:avLst>
              <a:gd name="adj" fmla="val 19048"/>
            </a:avLst>
          </a:prstGeom>
          <a:solidFill>
            <a:srgbClr val="3A2E12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09560" y="4023360"/>
            <a:ext cx="3593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D15-9 발표 평가표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3주차 마무리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· 같은 시험지 · 사람 목소리 · 신뢰구간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2712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15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3474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다시 쓴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 · 분할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 틀 단위 분할 · 누수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Fine-tuning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Collator · compute_metrics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· 용어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LoRA · 프롬프트 기준선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 · 통계 · Hub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부트스트랩 · 오류 분석 · Hub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 프로젝트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 · 발표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51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137160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26680" y="146304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D16 TTS 원리 (4주차)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26680" y="1874520"/>
            <a:ext cx="3776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주와 반대 방향, 글자를 소리로. Text normalization, 한국어 G2P(g2pk), Acoustic Model, Vocoder(HiFi-GAN), VITS. 오늘 만든 받아쓰기 모델은 D20에서 TTS를 거꾸로 검증하는 데 다시 씁니다.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worksheet.html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animation.html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· 평가표 계산기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D15_미니프로젝트_도메인ASR_실습.ipynb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노트북 · T4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D15 미니 프로젝트 · 도메인 특화 ASR</dc:title>
  <dc:subject>PptxGenJS Presentation</dc:subject>
  <dc:creator>PptxGenJS</dc:creator>
  <cp:lastModifiedBy>PptxGenJS</cp:lastModifiedBy>
  <cp:revision>1</cp:revision>
  <dcterms:created xsi:type="dcterms:W3CDTF">2026-10-22T09:21:13Z</dcterms:created>
  <dcterms:modified xsi:type="dcterms:W3CDTF">2026-10-22T09:21:13Z</dcterms:modified>
</cp:coreProperties>
</file>