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어제는 TTS를 부품으로 열었고, 오늘은 그 부품들이 잘 조립된 작은 실전 모델 Kokoro를 씁니다. GPU 없이 노트북 CPU에서도 실시간보다 빠르게 말합니다. 시작할 때 af_heart 목소리 한 문장을 들려주고, "이게 8,200만 파라미터"라고 소개하세요.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여섯 질문에 한 문장씩 답하고, Part 5 속도 표와 Part 6 CER 표를 제출하면 오늘 목표 달성입니다.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0 설치에 5분 정도 걸립니다(espeak-ng · spaCy 모델). 설치 중에 Part 1 그림을 설명하세요. Kokoro는 파이썬 3.10 ~ 3.12에서만 설치됩니다.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그림의 부품마다 "D16에서는 뭐였죠?"라고 물어보세요. 정규화+G2P = misaki, duration = Prosody Predictor, HiFi-GAN = iSTFTNet, 화자 = voice pack.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D16의 MMS-TTS는 비상업 라이선스라 서비스에 못 씁니다. Kokoro는 Apache 2.0. 단, 한국어가 없다는 점을 미리 말해 두고 Part 6에서 직접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KModel을 한 번 만들고 KPipeline에 model=로 넘깁니다. 목소리 이름 첫 글자 = 언어, 둘째 = f · m. RTF는 생성 시간 ÷ 소리 길이 — 1보다 작으면 실시간보다 빠릅니다.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"I read it yesterday" / "I will read it"을 비교해 보세요. spaCy 품사로 ɹˈɛd · ɹˈid가 갈립니다. St. James St.는 saint로 두 번 읽는 오류 → [St.](/stɹˈit/)로 직접 고칠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 kHz에서 600 샘플 = 25 ms, 1초 = 40 프레임. 업샘플 10 × 6, iSTFT hop 5, 내부 2배를 곱하면 600입니다. 사전에 없는 기호는 오류 없이 버려진다는 점을 강조하세요(Part 6 복선).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 3을 채우면 len(audio) == pred_dur.sum() × FRAME이 맞는지 check가 확인합니다. 빈칸 4는 token.start_ts. 정렬 모델(D9 WhisperX) 없이도 자막 · 노래방 강조 · 립싱크가 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speed = 2면 pred_dur가 약 절반. 녹음 빨리 감기와 달리 F0는 줄인 프레임 위에서 따로 예측하므로 높이가 거의 변하지 않습니다. 0.8 · 1.0 · 1.5를 들려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파일 하나에 음소 수별로 510줄이 있고, 문장 음소 수에 맞는 줄 하나를 꺼냅니다. 짧은 문장과 긴 문장의 말투(쉼, 억양 폭)가 다르기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 5를 채운 뒤 직접 kmodel(ps, ref_s)로 만든 소리가 파이프라인 결과와 같은지 check가 확인합니다. 앞 128은 디코더(음색), 뒤 128은 Prosody Predictor(길이 · F0).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w를 0 → 1로 바꾸며 들려 주면 여성 → 남성으로 서서히 바뀝니다. pipe에 "af_heart,am_michael"처럼 쉼표로 이으면 w = 0.5 평균과 같습니다(torch.allclose 확인).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길이(프레임)와 F0는 운율 쪽을 따릅니다. 성별 · 음높이가 크게 다른 조합은 학습 때 본 적 없는 입력이라 어색할 수 있습니다. 섞은 목소리도 원래 목소리의 출처 · 라이선스와 특정인 흉내 여부를 확인해야 합니다(D19).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문단을 통째로 만들면 RTF가 0.3이어도 첫 소리까지 몇 초를 기다립니다. 문장마다 흘려보내면 첫 문장 생성 시간만 기다리면 됩니다. 음성 비서에서는 TTFA가 체감 속도입니다.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실행은 준비 시간이 섞이므로 warm up 후 잽니다. 스레드 1 vs 전체를 비교하고, GPU가 있으면 같이 표에 넣습니다. 빈칸 7은 줄바꿈 정규식 r"\n+".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6주차 음성 비서의 기본 설계입니다. TTS 첫 조각이 짧을수록 TTFA가 줄지만 너무 짧으면 억양이 어색해집니다. 과제 3에서 0.5초 목표로 계산하게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espeak-ng가 "3시"를 "삼 시"로 읽고 "12,500원"은 엉망입니다. D16 정규화 · g2pk2를 앞에 붙이면 나아지지만, 모델이 한국어 소리를 배운 적이 없어 외국인 억양처럼 들립니다. 데이터와 G2P가 모델 크기보다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한 줄: Kokoro는 음소를 받아 길이 · 운율을 예측하고 가벼운 디코더로 파형을 만든다. 목소리는 voice pack, 실시간은 RTF와 TTFA로 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세 가지를 안내하고 워크시트 4교시까지 채점 → 노션 제출. Part 5 속도 표와 Part 6 CER 표를 함께 붙이게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7/animation.html#flow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7/animation.html#arch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17/animation.html#phoneme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7/animation.html#duration" TargetMode="Externa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7/animation.html#voicepack" TargetMode="Externa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17/animation.html#blen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7/animation.html#stream" TargetMode="Externa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17/animation.html#cpu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7/animation.html#korean" TargetMode="Externa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17/animation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17 / 40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17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경량 TTS: Kokoro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8,200만 파라미터로 CPU 실시간 합성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· 추론 → misaki 음소 → pred_dur · 자막 → voice pack · 섞기 → RTF · TTFA · 스트리밍 → 한국어 실험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4주차 M4 · 4시간 · CPU로 충분 (GPU는 비교용) · 실습 노트북 Part 0 ~ 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2240" y="1005840"/>
            <a:ext cx="5120640" cy="3017520"/>
          </a:xfrm>
          <a:prstGeom prst="roundRect">
            <a:avLst>
              <a:gd name="adj" fmla="val 181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56832" y="1078992"/>
            <a:ext cx="479145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  Kokoro is a lightweight model.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misaki kəkˈɔɹO ɪz ɐ lˈItwˌAt mˈɑdᵊl.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  af_heart → pack[len(ps) − 1]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KModel pred_dur × 600 → 24 kHz 파형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    RTF …   첫 소리(TTFA) … 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한국어 K1 · K2 · V  평균 CER …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9224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모양 예시 · 숫자는 각자 실행 결과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 답할 질문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모델이 어떻게 좋은 목소리를 낼까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4630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14630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Kokoro 안에서 D16의 부품(G2P · duration · Vocoder)은 어디에 있나?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180015" y="14630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17627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88720" y="217627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파이프라인과 모델은 왜 나뉘어 있고, misaki는 무슨 음소를 만드나?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0180015" y="217627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889504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288950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88720" y="288950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기호마다 몇 프레임? 단어 자막 시간은 어떻게 얻나?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180015" y="288950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602736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360273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88720" y="3602736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목소리는 어디에 들어 있고, 어떻게 섞나?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0180015" y="36027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315968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43159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88720" y="431596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CPU에서 "실시간"은 무엇으로 재고, 첫 소리를 어떻게 앞당기나?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0180015" y="431596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5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502920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0292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188720" y="502920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목소리가 없는 모델에 한국어 음소를 넣으면?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10180015" y="50292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오늘의 흐름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→ 합성 → 들여다보기 → 목소리 → 속도 → 한국어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17</a:t>
            </a:r>
            <a:endParaRPr lang="en-US" sz="900" dirty="0"/>
          </a:p>
        </p:txBody>
      </p:sp>
      <p:pic>
        <p:nvPicPr>
          <p:cNvPr id="6" name="Image 0" descr="/home/claude/d17/build/fig_dark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074" y="1325880"/>
            <a:ext cx="10093546" cy="292608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766560"/>
                <a:gridCol w="3227832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Kokoro 구조, KPipeline · KModel, 첫 합성 · RTF, misaki 음소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0 ~ 2 · 빈칸 1 · 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음소 → id → pred_dur → 파형, 단어 타임스탬프 · SRT, speed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3 · 빈칸 3 · 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voice pack (510, 1, 256), 목소리 섞기, 음색 · 운율 바꿔 끼우기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4 · 빈칸 5 · 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RTF · TTFA · 스레드 · 스트리밍, 한국어 실험(K1 · K2 · V), 정리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5 ~ 7 · 빈칸 7 ~ 9 · 노션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982712" y="347472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119872" y="3474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D17-1 오늘의 흐름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· Kokoro 해부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StyleTTS 2 + iSTFTNet: 음소 → 운율 예측 → 파형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17</a:t>
            </a:r>
            <a:endParaRPr lang="en-US" sz="900" dirty="0"/>
          </a:p>
        </p:txBody>
      </p:sp>
      <p:pic>
        <p:nvPicPr>
          <p:cNvPr id="6" name="Image 0" descr="/home/claude/d17/build/fig_dark/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4259" y="1325880"/>
            <a:ext cx="8803178" cy="301752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73152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D16에서 배운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Kokoro 안의 부품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정규화 + G2P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misaki (spaCy 품사 + 사전 + espeak-ng)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Duration · Pitch · Energy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Prosody Predictor → pred_dur · F0 · 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Vocoder (HiFi-GAN)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iSTFTNet: 크기 · 위상 → 역 STFT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화자 · 스타일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voice pack 256 = 음색 128 + 운율 128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8138160" y="4526280"/>
            <a:ext cx="35021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275320" y="452628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D17-2 Kokoro 해부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 · 왜 Kokoro인가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작고 · 빠르고 · 상업 사용 가능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17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3152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651760"/>
                <a:gridCol w="3017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D16 MMS-TTS (VITS)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Kokoro-82M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파라미터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3,600만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8,200만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로마자(uroman)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음소(IPA)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언어 · 목소리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1,100여 언어 · 언어마다 1개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8개 언어 · 54개 목소리 (한국어 없음)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샘플링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 kHz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 kHz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라이선스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CC BY-NC 4.0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Apache 2.0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138160" y="1371600"/>
            <a:ext cx="3502152" cy="2331720"/>
          </a:xfrm>
          <a:prstGeom prst="roundRect">
            <a:avLst>
              <a:gd name="adj" fmla="val 3137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302752" y="1463040"/>
            <a:ext cx="317296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밀키트 요리사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요리사(KModel)는 재료(음소)만 받으면 요리하고, 양념 세트(voice pack)를 바꾸면 맛(목소리)이 바뀝니다. 재료 손질(G2P)은 언어마다 다른 보조 요리사(misaki).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48640" y="39319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목소리는 모델 안이 아니라 voice pack 파일에 → 모델 하나로 54개 목소리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 · 첫 합성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하나, 파이프라인은 언어마다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766560" cy="2468880"/>
          </a:xfrm>
          <a:prstGeom prst="roundRect">
            <a:avLst>
              <a:gd name="adj" fmla="val 2222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43737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kmodel = KModel(repo_id=REPO).to("cpu").eval()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 = KPipeline(lang_code=____, repo_id=REPO,   # 빈칸 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model=kmodel)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 in pipe(TEXT, voice="af_heart"):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audio = r.audio                     # 24 kHz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RTF = gen_time / (len(audio) / ____)   # 빈칸 2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498080" y="1371600"/>
            <a:ext cx="4142232" cy="1188720"/>
          </a:xfrm>
          <a:prstGeom prst="roundRect">
            <a:avLst>
              <a:gd name="adj" fmla="val 4615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35240" y="1444752"/>
            <a:ext cx="3867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1 · 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1 → "a" (미국 영어)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2 → SR_K (24000)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1109441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657600"/>
                <a:gridCol w="4206240"/>
                <a:gridCol w="19476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lang_code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목소리 예 (등급)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G2P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 영어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af_heart (A) · af_bella (A−) · am_michael (C+)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misaki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영국 영어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bf_emma (B−) · bm_george (C)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misaki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 · z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일본어 · 중국어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jf_alpha (C+) · zf_xiaoxiao (D)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misaki[ja · zh]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 f h i 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스페인 · 프랑스 · 힌디 · 이탈리아 · 포르투갈어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ff_siwis (B−) 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espeak-ng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 · misaki 음소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· 품사 · 사전 · espeak-ng 순서로 음소를 만든다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7665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297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misaki 결과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$12.50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twelve dollars and fifty cents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 read it yesterday.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ɹˈɛd (과거)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 will read it.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ɹˈid (현재)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St. James St.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sənt … sənt ✗ (둘째는 street)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3:15 PM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θɹˈi:fˈɪftin pˌiˈɛm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371600"/>
          <a:ext cx="414223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8620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ˈ · ˌ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· 2차 강세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· I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eɪ (say) · aɪ (my)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 · W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oʊ (go) · aʊ (now)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 · 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ɔɪ (boy) · 탄설음 ɾ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548640" y="39319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G2P 오류는 재학습 없이 정규화 규칙 · 음소 직접 지정으로 고친다</a:t>
            </a:r>
            <a:endParaRPr lang="en-US" sz="1350" dirty="0"/>
          </a:p>
        </p:txBody>
      </p:sp>
      <p:sp>
        <p:nvSpPr>
          <p:cNvPr id="9" name="Shape 4"/>
          <p:cNvSpPr/>
          <p:nvPr/>
        </p:nvSpPr>
        <p:spPr>
          <a:xfrm>
            <a:off x="7498080" y="3931920"/>
            <a:ext cx="414223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7635240" y="3931920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D17-3 misaki 음소 읽기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 · KModel 들여다보기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 길이(샘플) = pred_dur 합 × 600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17</a:t>
            </a:r>
            <a:endParaRPr lang="en-US" sz="900" dirty="0"/>
          </a:p>
        </p:txBody>
      </p:sp>
      <p:pic>
        <p:nvPicPr>
          <p:cNvPr id="6" name="Image 0" descr="/home/claude/d17/build/fig_dark/d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4498" y="1325880"/>
            <a:ext cx="9462700" cy="2743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30682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4306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960120" y="4251960"/>
            <a:ext cx="7086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음소 → id (모르는 기호는 조용히 버림), 앞뒤 경계 0 → 최대 512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476402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4764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60120" y="4709160"/>
            <a:ext cx="7086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PL-BERT 문맥 → Prosody Predictor: pred_dur = round(duration ÷ speed)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522122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8640" y="5221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60120" y="5166360"/>
            <a:ext cx="7086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기호 특징을 pred_dur만큼 복사 (D16 length regulator) → F0 · N 예측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567842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8640" y="5678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960120" y="5623560"/>
            <a:ext cx="7086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iSTFTNet: 크기 · 위상 → 역 STFT → 파형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321040" y="4251960"/>
            <a:ext cx="331927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458200" y="4251960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D17-4 길이와 타임스탬프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· 단어 타임스탬프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 수를 더하면 자막 시간이 나온다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766560" cy="2560320"/>
          </a:xfrm>
          <a:prstGeom prst="roundRect">
            <a:avLst>
              <a:gd name="adj" fmla="val 2143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43737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next(pipe(TEXT, voice="af_heart"))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 = ____                       # 빈칸 3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len(r.audio) == r.pred_dur.sum() * FRAME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 in r.tokens: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print(srt_time(t.____),        # 빈칸 4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"--&gt;", srt_time(t.end_ts), t.text)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498080" y="1371600"/>
            <a:ext cx="4142232" cy="1188720"/>
          </a:xfrm>
          <a:prstGeom prst="roundRect">
            <a:avLst>
              <a:gd name="adj" fmla="val 4615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35240" y="1444752"/>
            <a:ext cx="3867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3 · 4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3 → 600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4 → start_ts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98080" y="2743200"/>
            <a:ext cx="4142232" cy="1188720"/>
          </a:xfrm>
          <a:prstGeom prst="roundRect">
            <a:avLst>
              <a:gd name="adj" fmla="val 4615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62672" y="2816352"/>
            <a:ext cx="38130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00:00:00,000 --&gt; 00:00:00,…  Kokoro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00:00:00,… --&gt; 00:00:00,…  is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06240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89127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속성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r.phonemes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음소 문자열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r.pred_dur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기호별 프레임 수 (경계 포함)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t.start_ts · t.end_ts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단어 시작 · 끝 (초)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r.audio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 kHz 파형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 · speed와 iSTFTNet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빠르게 해도 목소리 높이는 그대로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17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6692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1371600"/>
                <a:gridCol w="1554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speed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pred_dur 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길이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음높이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× 1.25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길어짐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거의 같음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× 0.67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짧아짐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거의 같음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× 0.5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거의 같음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492240" y="1371600"/>
            <a:ext cx="5148072" cy="1920240"/>
          </a:xfrm>
          <a:prstGeom prst="roundRect">
            <a:avLst>
              <a:gd name="adj" fmla="val 285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675120" y="1463040"/>
            <a:ext cx="47823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HiFi-GAN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업샘플 합성곱으로 파형 샘플을 끝까지 직접 만든다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iSTFTNet (Kokoro)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업샘플은 일부만, 마지막은 작은 STFT의 크기 · 위상을 예측해 역 STFT → 계산이 가볍다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48640" y="3611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speed는 길이 예측만 바꾼다: pred_dur = round(duration ÷ speed)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4.1 · voice pack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 하나 = (510, 1, 256) 숫자 묶음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17</a:t>
            </a:r>
            <a:endParaRPr lang="en-US" sz="900" dirty="0"/>
          </a:p>
        </p:txBody>
      </p:sp>
      <p:pic>
        <p:nvPicPr>
          <p:cNvPr id="6" name="Image 0" descr="/home/claude/d17/build/fig_dark/voicep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727" y="1325880"/>
            <a:ext cx="9654241" cy="3017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526280"/>
            <a:ext cx="6766560" cy="1143000"/>
          </a:xfrm>
          <a:prstGeom prst="roundRect">
            <a:avLst>
              <a:gd name="adj" fmla="val 6400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617720"/>
            <a:ext cx="6437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양념 세트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요리 양(음소 수)별로 510가지 배합, 각 배합은 향(음색) 반 + 간(운율) 반. 두 상자를 섞으면 중간 맛.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589520" y="4526280"/>
            <a:ext cx="405079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26680" y="452628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D17-5 voice pack 탐색기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4.2 · 어느 줄을 쓰나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ref_s = pack[len(음소) − 1]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766560" cy="2194560"/>
          </a:xfrm>
          <a:prstGeom prst="roundRect">
            <a:avLst>
              <a:gd name="adj" fmla="val 25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43737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 = pipe.load_voice("af_heart")   # (510, 1, 256)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= r.phonemes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ref_s = pack[____ - 1]               # 빈칸 5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kmodel(ps, ref_s, speed=1)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timbre, prosody = ref_s[:, :128], ref_s[:, 128:]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498080" y="1371600"/>
            <a:ext cx="4142232" cy="914400"/>
          </a:xfrm>
          <a:prstGeom prst="roundRect">
            <a:avLst>
              <a:gd name="adj" fmla="val 6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35240" y="1444752"/>
            <a:ext cx="3867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5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5 → len(ps)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2514600"/>
          <a:ext cx="414223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67919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들어가는 곳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앞 128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Decoder → 음색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뒤 128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Predictor → 길이 · F0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7708392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목소리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특징 (노트북 표에서 F0 중앙값 확인)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af_heart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 여성 · 대표 목소리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af_bella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A−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 여성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am_michael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C+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 남성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bf_emma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B−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영국 여성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4.3 · 목소리 섞기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숫자이므로 평균을 내면 목소리가 섞인다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766560" cy="2194560"/>
          </a:xfrm>
          <a:prstGeom prst="roundRect">
            <a:avLst>
              <a:gd name="adj" fmla="val 25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43737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pa, pb = pipe.load_voice("af_heart"), pipe.load_voice("am_michael")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blend(w):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(1 - w) * pa + w * ____     # 빈칸 6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torch.allclose(blend(0.5), pipe.load_voice("af_heart,am_michael"))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498080" y="1371600"/>
            <a:ext cx="4142232" cy="914400"/>
          </a:xfrm>
          <a:prstGeom prst="roundRect">
            <a:avLst>
              <a:gd name="adj" fmla="val 6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35240" y="1444752"/>
            <a:ext cx="3867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6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6 → pb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2514600"/>
          <a:ext cx="414223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04495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af_heart 그대로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여성 쪽 중간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쉼표 평균과 같음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am_michael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3931920"/>
            <a:ext cx="676656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85800" y="393192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D17-8 목소리 섞기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4.4 · 음색 · 운율 바꿔 끼우기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음색 + B 운율 = 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17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554480"/>
                <a:gridCol w="1828800"/>
                <a:gridCol w="1371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프레임(길이)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음높이(F0)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그대로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(높음)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그대로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(낮음)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음색 + B 운율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쪽 (낮아짐)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음색 + A 운율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680960" y="1371600"/>
            <a:ext cx="3959352" cy="1463040"/>
          </a:xfrm>
          <a:prstGeom prst="roundRect">
            <a:avLst>
              <a:gd name="adj" fmla="val 375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845552" y="1444752"/>
            <a:ext cx="363016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 = torch.cat([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ra[:, :128],   # A 음색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rb[:, 128:]],  # B 운율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dim=1)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48640" y="3657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가까운 목소리끼리 섞을수록 자연스럽다 · 섞어도 라이선스와 윤리는 그대로 확인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5.1 · 실시간의 두 가지 뜻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RTF &lt; 1 그리고 짧은 TTFA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17</a:t>
            </a:r>
            <a:endParaRPr lang="en-US" sz="900" dirty="0"/>
          </a:p>
        </p:txBody>
      </p:sp>
      <p:pic>
        <p:nvPicPr>
          <p:cNvPr id="6" name="Image 0" descr="/home/claude/d17/build/fig_dark/st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0953" y="1325880"/>
            <a:ext cx="9529790" cy="2834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4343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문장이 끝나자마자 재생을 시작하고, 재생하는 동안 다음 문장을 만든다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48640" y="4892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끊김 없음 조건: 조각 i 준비 시각 ≤ TTFA + 앞 조각 길이의 합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7982712" y="347472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119872" y="3474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D17-6 스트리밍 타임라인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5.2 · 스레드 · GPU · 스트리밍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측정하고, 문장마다 흘려보낸다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766560" cy="2377440"/>
          </a:xfrm>
          <a:prstGeom prst="roundRect">
            <a:avLst>
              <a:gd name="adj" fmla="val 230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4373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 = re.sub(r"(?&lt;=\.) ", "\n", PARA)   # 문장마다 줄바꿈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stream_log(split):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 in pipe(LINES, voice="af_heart", split_pattern=split):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log.append(준비_시각, 길이, 글자)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whole  = stream_log(None)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 = stream_log(____)                  # 빈칸 7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498080" y="1371600"/>
            <a:ext cx="4142232" cy="914400"/>
          </a:xfrm>
          <a:prstGeom prst="roundRect">
            <a:avLst>
              <a:gd name="adj" fmla="val 6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35240" y="1444752"/>
            <a:ext cx="3867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7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7 → r"\n+"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2514600"/>
          <a:ext cx="414223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134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CPU 1스레드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RTF · 생성 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CPU 전체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RTF · 생성 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 (선택)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RTF · 생성 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645920"/>
                <a:gridCol w="3474720"/>
                <a:gridCol w="27706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소리까지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끊김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통째로 (None)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문단 전체 생성 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문장마다 (r"\n+")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문장 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문장 생성 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표의 끊김 열 확인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5.3 · 음성 비서 지연 예산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끝 → 첫 소리 = ASR + LLM 첫 문장 + TTS 첫 조각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7218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472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60120" y="1417320"/>
            <a:ext cx="6537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ASR이 마지막 말을 받아쓴다 (D9 · D12)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92938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929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0120" y="1874520"/>
            <a:ext cx="6537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답의 첫 문장을 내놓는다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38658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386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0120" y="2331720"/>
            <a:ext cx="6537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TTS가 첫 조각을 만든다 (첫 조각 길이 × RTF)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284378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843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60120" y="2788920"/>
            <a:ext cx="6537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재생하는 동안 다음 조각을 만든다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74720"/>
          <a:ext cx="69494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7432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줄이는 방법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효과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조각을 짧게 (쉼표 · 문장 단위)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TTS 시간 ↓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스레드 = 코어 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RTF ↓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 답을 문장마다 TTS로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기다림 ↓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버퍼를 조금 쌓고 시작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끊김 ↓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7772400" y="1417320"/>
            <a:ext cx="386791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909560" y="1417320"/>
            <a:ext cx="3593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D17-9 실시간 예산 계산기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7772400" y="224028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6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모아서 한 번에 합성 = TTFA 최악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6.1 · 한국어는?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Kokoro에 한국어 IPA를 직접 넣어 보기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17</a:t>
            </a:r>
            <a:endParaRPr lang="en-US" sz="900" dirty="0"/>
          </a:p>
        </p:txBody>
      </p:sp>
      <p:pic>
        <p:nvPicPr>
          <p:cNvPr id="6" name="Image 0" descr="/home/claude/d17/build/fig_dark/kor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766560" cy="2114949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371600"/>
          <a:ext cx="414223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4107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→ 모델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원문 → espeak-ng ko → Kokoro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normalize_ko → g2pk2 → espeak → Kokoro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normalize_ko → g2pk2 → uroman → MMS VITS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4160520"/>
            <a:ext cx="6766560" cy="1463040"/>
          </a:xfrm>
          <a:prstGeom prst="roundRect">
            <a:avLst>
              <a:gd name="adj" fmla="val 375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13232" y="4233672"/>
            <a:ext cx="643737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 = set(kmodel.____)                         # 빈칸 9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dropped = {c for c in ps if c not in VOCAB}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pipe.____(ps, voice=KO_VOICE)                    # 빈칸 8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7498080" y="3383280"/>
            <a:ext cx="4142232" cy="1051560"/>
          </a:xfrm>
          <a:prstGeom prst="roundRect">
            <a:avLst>
              <a:gd name="adj" fmla="val 5217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635240" y="3456432"/>
            <a:ext cx="386791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8 · 9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8 → generate_from_tokens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9 → vocab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7498080" y="4617720"/>
            <a:ext cx="414223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635240" y="4617720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D17-7 한국어 음소 실험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오늘 배운 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모델 + 좋은 음소 + 목소리 벡터 = 실시간 TTS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17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937760"/>
                <a:gridCol w="41422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StyleTTS 2 + iSTFTNet, 82M, Apache 2.0, 24 kHz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KModel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파이프라인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언어별 G2P + voice 관리, 모델 공유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KPipeline(lang_code="a", model=kmodel)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길이 · 자막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프레임 600 샘플(25 ms), 단어 시작 · 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r.pred_dur, t.start_ts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voice pack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(510, 1, 256), 음색 128 + 운율 128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pack[len(ps) - 1]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섞기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선형 보간 · 쉼표 평균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(1 - w) * pa + w * pb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RTF &lt; 1 + 짧은 TTFA, 문장 단위 스트리밍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split_pattern=r"\n+"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음소 직접 입력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G2P를 건너뛰고 IPA를 모델에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pipe.generate_from_tokens(ps, voice)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다음 시간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D18 표현형 TTS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Kokoro 부품을 D16 TTS 단계와 짝지을 수 있다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8562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KPipeline · KModel로 합성하고 RTF를 쟀다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29514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misaki 음소 · 강세 · 약속 기호를 읽었다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73405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pred_dur × 600으로 길이 · 단어 자막을 만들었다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1729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voice pack을 섞고 음색 · 운율을 바꿔 끼웠다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6118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TTFA를 스트리밍으로 줄이고 한국어 실험을 했다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89520" y="1463040"/>
            <a:ext cx="4050792" cy="2514600"/>
          </a:xfrm>
          <a:prstGeom prst="roundRect">
            <a:avLst>
              <a:gd name="adj" fmla="val 2909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26680" y="155448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D18 표현형 TTS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26680" y="1965960"/>
            <a:ext cx="3776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· 억양 제어: Chatterbox로 감정 세기를 조절하고 F5-TTS · CosyVoice 같은 오픈소스 모델을 비교합니다. 오늘 본 "음색과 운율을 나누는 생각"이 어떻게 발전했는지, 한국어를 지원하는 표현형 모델을 같은 ASR 역검증으로 평가합니다.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worksheet.html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92608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40문항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· 노션 제출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9768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3484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animation.html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67512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탭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43484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애니메이션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04672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D17_Kokoro_실습.ipynb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42416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9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18388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노트북 · CPU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온라인 자료  </a:t>
            </a:r>
            <a:pPr indent="0" marL="0">
              <a:buNone/>
            </a:pPr>
            <a:r>
              <a:rPr lang="en-US" sz="1050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imguru-mooc.github.io/AI_Voice/day17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D17 경량 TTS: Kokoro</dc:title>
  <dc:subject>PptxGenJS Presentation</dc:subject>
  <dc:creator>PptxGenJS</dc:creator>
  <cp:lastModifiedBy>PptxGenJS</cp:lastModifiedBy>
  <cp:revision>1</cp:revision>
  <dcterms:created xsi:type="dcterms:W3CDTF">2026-10-23T05:37:55Z</dcterms:created>
  <dcterms:modified xsi:type="dcterms:W3CDTF">2026-10-23T05:37:55Z</dcterms:modified>
</cp:coreProperties>
</file>