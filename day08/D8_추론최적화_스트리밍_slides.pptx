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8은 D7에서 본 Whisper를 실제 서비스에 쓰기 위한 날입니다. 오른쪽 숫자는 모양을 보여 주는 예시이고, 수업에서 각자 Colab에서 직접 재서 자기 숫자를 얻습니다. 오늘도 수식은 양자화 식 하나만 쓰고, 나머지는 비유와 직접 재 보기로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문장씩 답할 수 있으면 오늘 목표 달성입니다. D7이 "잘 쓰기"였다면 D8은 "서비스에 올리기"입니다.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병목 · faster-whisper, 2교시 양자화 · VAD · 배치, 3교시 whisper.cpp, 4교시 스트리밍입니다. whisper.cpp 빌드에 2~3분 걸리니 3교시 시작 전 쉬는 시간에 빌드 셀을 미리 실행시켜도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패딩 · Decoder 반복 · 큰 숫자 · 파이썬 오버헤드 네 군데입니다. 어디가 막혔는지 모르고 도구부터 바꾸면 효과가 없다는 점을 택배 비유로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빈칸 1에서 직접 잽니다. Encoder는 한 번, Decoder는 토큰 수만큼 반복합니다. 그래서 turbo(Decoder 4층)와 C++ 엔진이 효과가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가중치는 그대로이고 실행 엔진만 C++로 바꿉니다. 공개 자료 기준 최대 약 4배 빠르고 메모리는 덜 씁니다. 연산 묶기(fusion), 파이썬 생략, int8 · float16 연산이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segments는 generator입니다. 호출만 재면 0.01초 같은 착각이 생깁니다. 시간은 list()까지 포함해서 재고, 여러 번 쓰려면 list로 저장합니다.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유일한 식입니다. scale은 눈금 간격이고, 반올림 오차는 눈금 간격의 절반 이하입니다. 파일 크기는 바이트 수에 정비례합니다.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이상치 하나가 눈금을 성글게 만든다는 점이 블록 양자화(q5_0)의 동기입니다. 3교시 whisper.cpp에서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T4처럼 float16 텐서 코어가 빠른 GPU에서는 int8이 비슷하거나 느릴 수도 있습니다. 하드웨어마다 다르니 노트북 3-2 표를 각자 만들어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VAD는 D7 환각 대책이자 속도 대책입니다. 배치는 처리량(throughput)용이지 스트리밍 지연용이 아닙니다. 배치를 너무 키우면 CUDA out of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· 라즈베리파이 · 휴대폰 · 차량 기기 같은 Edge 환경용입니다(D35에서 다시). 모델은 ggml 파일 하나입니다. 빌드는 cmake 두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README에는 ./build/bin/quantize라고 적힌 곳이 있지만 최신 빌드의 실행 파일 이름은 whisper-quantize입니다. 노트북은 두 이름을 모두 찾습니다. 입력은 16 kHz 16-bit WAV, 언어 기본값은 en이므로 -l ko 필수.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정답은 하나가 아닙니다. 하드웨어 · 인터넷 · 개인정보 · 지연 요구를 먼저 묻고 고르게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RTF &lt; 1은 밀리지 않기 위한 기본 조건입니다. 사용자가 체감하는 것은 말한 순간부터 글자가 확정될 때까지의 지연입니다. Whisper는 30초 창 모델이라 스트리밍용으로 만들어지지 않았다는 점도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3초 청크로 자르면 "라이브 | 킷과"처럼 단어가 잘리고, 짧은 조각에서는 환각도 생깁니다. 청크를 늘리면 덜 잘리지만 기다리는 시간(지연)이 늘어납니다.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LocalAgreement-2입니다. 1초마다 버퍼 전체를 다시 받아 적고, 지난번과 이번 가설의 공통 앞부분만 확정합니다. 확정된 단어는 다음 프롬프트로 쓰고, 버퍼는 확정 지점까지 잘라 계산량을 유지합니다. 끝나면 남은 단어를 flush합니다.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"파이"가 1초 뒤 "파이프캣으로"가 됩니다. 한 번만 보고 확정하면 틀린 단어가 화면에 박힙니다. 애니메이션의 one-shot 모드에서 빨간 오확정을 보여 주세요. 대가는 약 1~2초 지연입니다.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실시간 조건은 1초 분량을 받아 적는 계산 시간이 1초보다 짧은 것입니다. 길면 점점 밀립니다. 실제 small + GPU에서 평균 지연은 대략 1~2초 범위입니다(녹음 · 하드웨어에 따라 다름).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워크시트에서 많이 틀리는 내용입니다. 수업 끝에 한 번 읽고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탭까지 채점한 뒤 노션에 캡처해 제출하게 합니다. 과제 1(내 PC whisper.cpp)은 맥북이면 Metal 가속도 체험할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bottleneck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engine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quant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batch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wcpp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chunk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agree" TargetMode="Externa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8/animation.html#latency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8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최적화 &amp; Streaming ASR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빠르게 · 더 작게 · 말하는 도중에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 재기 → faster-whisper(CTranslate2) → 양자화 · compute_type → VAD · 배치 → whisper.cpp · q5_0 → 고정 청크 · LocalAgreement 스트리밍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M2 · 4시간 · Colab T4 권장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[같은 whisper-small, 같은 녹음]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transformers float32     RTF 0.30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faster-whisper float16   RTF 0.08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VAD + batch 8        RTF 0.03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whisper.cpp q5_0 (CPU)   181 MB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[스트리밍 · LocalAgreement]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1.0s  아이구루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2.0s  아이구루 교육센터에서 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모양 예시 · 숫자는 GPU와 녹음에 따라 달라집니다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"정확한" Whisper를 "빠르고 작게, 실시간으로"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50876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어디서 시간을 쓰나? 무엇부터 고쳐야 하나?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50876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295144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9514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295144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faster-whisper는 같은 모델인데 왜 빠른가?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29514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0815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308152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양자화는 숫자를 어떻게 줄이고, compute_type은 무엇을 고를까?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308152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~ 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867912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6791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867912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GPU도 파이썬도 없는 기기에서는 어떻게 돌리나?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8679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654296"/>
            <a:ext cx="11094415" cy="621792"/>
          </a:xfrm>
          <a:prstGeom prst="roundRect">
            <a:avLst>
              <a:gd name="adj" fmla="val 8824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65429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654296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말하는 도중에 자막을 띄우려면? 지연은 어떻게 재나?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65429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→ 엔진 바꾸고 → 줄이고 → 기기로 → 실시간으로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 재기(Encoder vs Decoder) · faster-whisper · 게으른 생성기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양자화(int8 눈금) · compute_type · VAD · 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· 빈칸 3 ~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whisper.cpp 빌드 · ggml 모델 · q5_0 양자화 · CLI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· 빈칸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vs RTF · 고정 청크 · LocalAgreement · 지연 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8 ~ 9 · 노션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왜 느린가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최적화의 첫걸음은 "재는 것"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bottlen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820" y="1325880"/>
            <a:ext cx="8380054" cy="237744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시간이 새는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 창 패딩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 · 배치 (Part 4)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Decoder 반복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엔진 (Part 2) · turbo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숫자가 큼 (float32)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float16 · int8 (Part 3)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파이썬 오버헤드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C++ 엔진: CTranslate2 · whisper.cpp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3840480"/>
            <a:ext cx="3959352" cy="1691640"/>
          </a:xfrm>
          <a:prstGeom prst="roundRect">
            <a:avLst>
              <a:gd name="adj" fmla="val 432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45552" y="3931920"/>
            <a:ext cx="3630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택배 배송 시간 줄이기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반쯤 빈 트럭(패딩)은 짐을 모아 싣고(배치), 같은 동네 왕복(Decoder)은 경로를 줄이고, 큰 짐(float32)은 압축 포장(양자화), 느린 서류(파이썬)는 자동화 창구(C++)로.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548640" y="571500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85800" y="5715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D8-2 병목 찾기 (최적화 켜기)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Encoder vs Decoder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문장에서는 Decoder가 시간을 더 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Encoder는 30초를 "한 번" 듣고, Decoder는 글자(토큰)를 "하나씩 반복"해서 적는다.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6400800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2084832"/>
            <a:ext cx="607161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time.time(); hf.model.encoder(f); enc_time = time.time() - t0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time.time(); ids = hf.generate(f, language="ko"); total = 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dec_time = total - enc_time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전체 420 ms = Encoder 90 ms + Decoder 330 ms (토큰 21개)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6400800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370832"/>
            <a:ext cx="6126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dec_time = total - ____     정답: enc_time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23760" y="2066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20116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시간만 따로 잰다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23760" y="2523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24688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generate() 전체 시간을 잰다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223760" y="2980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23760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35240" y="29260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빼면 Decoder 몫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223760" y="34381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2376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35240" y="338328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수로 나누면 한 토큰당 시간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223760" y="402336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반복 하나를 빠르게 = 엔진 교체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faster-whisper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모델, 더 빠른 엔진 (CTranslate2)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715" y="1325880"/>
            <a:ext cx="7972266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7764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069080"/>
            <a:ext cx="5157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같은 악보, 다른 연주자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악보(가중치)는 그대로인데 연주자(엔진)를 바꿨다. 파이썬 연주자는 음표마다 지휘자를 쳐다보지만, C++ 연주자는 여러 음을 한 번에 이어서 친다(fusion).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77640"/>
          <a:ext cx="53309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213055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같음 (변환만)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PyTorch + 파이썬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CTranslate2 (C++)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beam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(greedy)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문자열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게으른 생성기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309360" y="557784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446520" y="557784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D8-3 실행 엔진 (파이썬 vs C++)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게으른 생성기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transcribe()는 "주문서"만 준다 — 꺼낼 때 일한다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58368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25449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faster_whisper import WhisperModel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"float16" if DEVICE == "cuda" else "int8"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 = WhisperModel("small", device=DEVICE, compute_type=CT)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segments, info = fw.transcribe(y, language="ko", beam_size=1)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 = list(segments)      # ← 여기서 실제로 받아 적음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segs: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print(f"[{s.start:5.2f} → {s.end:5.2f}] {s.text}")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6583680" cy="777240"/>
          </a:xfrm>
          <a:prstGeom prst="roundRect">
            <a:avLst>
              <a:gd name="adj" fmla="val 7059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645152"/>
            <a:ext cx="6309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segs = ____(segments)     정답: 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1371600"/>
            <a:ext cx="4233672" cy="1920240"/>
          </a:xfrm>
          <a:prstGeom prst="roundRect">
            <a:avLst>
              <a:gd name="adj" fmla="val 381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1463040"/>
            <a:ext cx="3904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번호표 받은 식당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주문(transcribe)하면 번호표(생성기)만 받는다. 음식은 번호를 불러 꺼낼 때(for · list) 나온다. 번호표 받은 시간을 "요리 시간"이라 부르면 안 된다.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06640" y="3474720"/>
            <a:ext cx="4233672" cy="1874520"/>
          </a:xfrm>
          <a:prstGeom prst="roundRect">
            <a:avLst>
              <a:gd name="adj" fmla="val 390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3566160"/>
            <a:ext cx="395935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안전장치 (D7과 같음)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compression_ratio 2.4 · log_prob −1.0 · no_speech 0.6 · temperature 0 → 1.0 사다리 · beam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비교는 공정하게 beam_size=1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양자화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작은 상자에: float32 → float16 → int8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qu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509" y="1325880"/>
            <a:ext cx="8162678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959352"/>
            <a:ext cx="5340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핵심 식 하나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 = max|w| ÷ 127,   q = round(w ÷ scale)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가장 큰 값을 127칸 자에 맞추고, 각 숫자를 가장 가까운 눈금으로. 되돌릴 땐 q × scale.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0" y="3886200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37960" y="3959352"/>
            <a:ext cx="4965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torch.round(w / ____)     정답: scale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4663440"/>
            <a:ext cx="5239512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37960" y="4736592"/>
            <a:ext cx="4965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BYTES = {"int8": ____}     정답: 1  → small 약 244 MB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577840"/>
            <a:ext cx="566928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5577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D8-4 양자화 눈금 (비트 · 이상치 · 블록)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양자화를 쉽게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자(ruler)의 눈금을 줄이는 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63040"/>
            <a:ext cx="5157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1 mm 자 → 1 cm 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mm 눈금 자(float32)로 재던 것을 1 cm 눈금 자(int8)로 잰다. 자가 가볍고 읽기 빠르지만 0.5 cm까지 틀릴 수 있다. 다행히 신경망은 이 정도 오차에 둔하다.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009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2461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덩어리에서 가장 큰 절댓값을 찾는다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7581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37033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값을 127로 나눠 눈금 간격(scale)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153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41605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숫자를 scale로 나눠 반올림 → int8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67258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672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4617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계산할 때 q × scale로 되돌린다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0" y="1371600"/>
            <a:ext cx="523951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06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65392" y="1463040"/>
            <a:ext cx="4910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06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이상치(outlier) 하나가 망친다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값들이 대부분 ±0.1인데 하나가 8.0이면, 눈금 간격이 8/127 ≈ 0.063 → 작은 값들이 0, ±1로 뭉개진다.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블록(32개)마다 scale을 따로 → 이상치의 피해가 그 블록 안에 머문다.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794760"/>
          <a:ext cx="52395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9476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하나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float32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976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float16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488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244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q5_0 (ggml)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5.5 bit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181 MB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compute_type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GPU는 float16, CPU는 int8 — 그래도 직접 재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compute_type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float32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·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느림, 정확도 비교의 기준점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기본, 정확도 거의 그대로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int8_float16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 int8 + 계산 float16 → 메모리 절약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(GPU도 가능)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CPU에서 가장 빠름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520440"/>
            <a:ext cx="6766560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593592"/>
            <a:ext cx="6437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ct in ["float16", "int8_float16", "int8"]: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WhisperModel("small", device="cuda", compute_type=ct)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t, cer = run(m)       # RTF · CER · GPU 메모리를 한 표로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"작게"가 항상 "빠르게"는 아니다. 내 하드웨어에서 재 본 숫자가 정답이다.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589520" y="1417320"/>
            <a:ext cx="4050792" cy="2194560"/>
          </a:xfrm>
          <a:prstGeom prst="roundRect">
            <a:avLst>
              <a:gd name="adj" fmla="val 3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54112" y="1508760"/>
            <a:ext cx="3721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포장 상자 크기 고르기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상자(int8)가 트럭에는 많이 실리지만, 지게차(GPU 텐서 코어)가 중간 상자(float16)에 맞춰져 있으면 오히려 중간 상자가 빠르다.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VAD와 배치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듣지 않아도 될 것은 빼고, 한 번에 여러 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b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450" y="1325880"/>
            <a:ext cx="7722795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6400800" cy="1325880"/>
          </a:xfrm>
          <a:prstGeom prst="roundRect">
            <a:avLst>
              <a:gd name="adj" fmla="val 413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959352"/>
            <a:ext cx="607161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segs, info = fw.transcribe(lecture, language="ko", vad_filter=True)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 = BatchedInferencePipeline(model=fw)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segs, info = bp.transcribe(lecture, language="ko", batch_size=8)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534924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422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vad_filter=____  → True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840480" y="5349240"/>
            <a:ext cx="3108960" cy="731520"/>
          </a:xfrm>
          <a:prstGeom prst="roundRect">
            <a:avLst>
              <a:gd name="adj" fmla="val 75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977640" y="5422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 = ____  → 8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178040" y="3886200"/>
            <a:ext cx="4462272" cy="1417320"/>
          </a:xfrm>
          <a:prstGeom prst="roundRect">
            <a:avLst>
              <a:gd name="adj" fmla="val 516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42632" y="3977640"/>
            <a:ext cx="4133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엘리베이터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명씩 태우면(창 하나씩) 느리다. 여러 명을 한 번에(배치) 태우면 빠르지만, 정원 초과(메모리 부족)면 못 간다.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178040" y="5486400"/>
            <a:ext cx="44622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0" y="5486400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D8-5 VAD · 배치 (무음 · 엘리베이터)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whisper.cpp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없이, GPU 없이 — C++ 실행 파일 하나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wc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887" y="1325880"/>
            <a:ext cx="8651921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38404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clone whisper.cpp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2976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cmake -B build → cmake --build build -j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7548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download-ggml-model.sh small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2120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whisper-quantize … q5_0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57241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5724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60120" y="5669280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whisper-cli -m … -f a.wav -l ko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00800" y="384048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65392" y="3931920"/>
            <a:ext cx="4910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휴대용 통역기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통역 센터(GPU 서버)에 전화하지 않고, 주머니 속 통역기(기기 안 모델)로 바로 통역. 인터넷이 없어도, 녹음이 밖으로 나가지 않아도 된다.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00800" y="5440680"/>
            <a:ext cx="52395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37960" y="5440680"/>
            <a:ext cx="4965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D8-6 whisper.cpp 길잡이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whisper.cpp 실행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q5_0: 크기는 약 40%, 정확도는 거의 그대로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949440" cy="2514600"/>
          </a:xfrm>
          <a:prstGeom prst="roundRect">
            <a:avLst>
              <a:gd name="adj" fmla="val 218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62025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!./whisper.cpp/build/bin/whisper-quantize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models/ggml-small.bin models/ggml-small-q5_0.bin q5_0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!./whisper.cpp/build/bin/whisper-cli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-m models/ggml-small-q5_0.bin -f story.wav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-l ko -t 4 -nt -otxt -of out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694944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142232"/>
            <a:ext cx="6675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QTYPE = ____     정답: "q5_0"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371600"/>
          <a:ext cx="386791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877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파일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WAV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-l ko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(기본 en!)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-t 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 스레드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표시 없이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-otxt -of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txt로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ggml-small.bin (f16)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466 MB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ggml-small-q5_0.bin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181 MB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· 태블릿 · 라즈베리파이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 · 무엇을 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상황에 맞는 도구 고르기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410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서버에서 받아쓰기 API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float16 (+VAD)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빠르고 파이썬에서 쓰기 쉬움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녹음 수백 개를 밤새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BatchedInferencePipeline + VAD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처리량 최대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인터넷 없는 태블릿 · 현장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whisper.cpp + small/base q5_0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· 파이썬 불필요, 작음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내부를 보며 배우기 · Fine-tuning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D6 · D7 · 3주차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자막 · 음성 비서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+ 스트리밍 (Part 6)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1 ~ 2초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"어디서 돌리나(서버 · 기기)"와 "언제 결과가 필요한가(나중 · 지금)"부터 정하면 도구가 정해진다.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스트리밍이란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RTF가 아니라 "지연"을 느낀다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음성을 몇 초에 처리하나?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처리 (Part 1 ~ 5)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(latency)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말한 뒤 몇 초 만에 글자가 확정되나?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스트리밍 (Part 6)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2926080"/>
            <a:ext cx="676656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017520"/>
            <a:ext cx="64373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동시통역 vs 번역 출판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출판(배치)은 책을 다 받고 빨리 번역하면 된다(RTF). 동시통역(스트리밍)은 말이 끝나기 전에 통역해야 하고, 몇 초 늦게 따라가는지(지연)가 품질이다.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1417320"/>
            <a:ext cx="4050792" cy="2880360"/>
          </a:xfrm>
          <a:prstGeom prst="roundRect">
            <a:avLst>
              <a:gd name="adj" fmla="val 2540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1508760"/>
            <a:ext cx="377647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Whisper로 스트리밍하는 세 가지 요령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고정 청크: N초마다 자르기 (간단, 단어 잘림)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VAD 끝점: 말이 끝나면 받아 적기 (음성 비서)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LocalAgreement: 버퍼를 계속 다시 받아 적고 두 번 같은 앞부분만 확정 (실시간 자막)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"빨리 계산"(RTF)은 필요조건, "빨리 보여 주기"(지연)가 사용자 경험이다.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고정 청크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N초마다 자르면 경계의 단어가 잘린다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chu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788" y="1325880"/>
            <a:ext cx="7930119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6400800" cy="1188720"/>
          </a:xfrm>
          <a:prstGeom prst="roundRect">
            <a:avLst>
              <a:gd name="adj" fmla="val 461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959352"/>
            <a:ext cx="60716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CHUNK_N = int(3.0 * SR)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len(story), CHUNK_N):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piece = story[i : i + CHUNK_N]   # → 받아 적기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521208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285232"/>
            <a:ext cx="6126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range(0, len(story), ____)     정답: CHUNK_N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178040" y="3886200"/>
            <a:ext cx="4462272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42632" y="3977640"/>
            <a:ext cx="4133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3초마다 끊기는 전화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 말이 3초마다 뚝뚝 끊기면 "라이…" "…브킷과"처럼 단어가 반쪽씩 들린다.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178040" y="5440680"/>
            <a:ext cx="446227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0" y="5440680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D8-7 고정 청크 (길이 슬라이더)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LocalAgreement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연속 같은 앞부분만 확정한다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ag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968" y="1325880"/>
            <a:ext cx="7271759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38404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소리 1초를 버퍼에 붙인다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2976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 전체를 받아 적는다 (가설)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7548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가설과 공통 앞부분(lcp)을 찾는다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212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부분만 확정, 나머지는 다음 비교로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83680" y="3840480"/>
            <a:ext cx="5056632" cy="1234440"/>
          </a:xfrm>
          <a:prstGeom prst="roundRect">
            <a:avLst>
              <a:gd name="adj" fmla="val 444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48272" y="3913632"/>
            <a:ext cx="47274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lcp(a, b):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min(len(a), len(b)) and a[i] == b[i]: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+=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0" y="5166360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5239512"/>
            <a:ext cx="4782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a[i] == ____[i]     정답: b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583680" y="5806440"/>
            <a:ext cx="50566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20840" y="580644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D8-8 LocalAgreement (한 걸음씩)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 · 왜 두 번인가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반쪽 단어를 성급하게 확정하지 않으려고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63040"/>
            <a:ext cx="51572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받아쓰기 시험의 두 친구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친구가 1초 간격으로 받아 적은 공책을 비교해, 둘 다 똑같이 적은 앞부분만 칠판에 옮겨 적는다. 한 명만 적은 반쪽 단어는 다음 비교까지 기다린다.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3227832"/>
            <a:ext cx="515721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1.0s  가설: 아이구루 교육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2.0s  가설: 아이구루 교육센터에서 라이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확정: 아이구루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3.0s  가설: 아이구루 교육센터에서 라이브킷과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확정: + 교육센터에서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끝    flush: 남은 단어 모두 확정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2395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62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손잡이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간격 0.5초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↓, 계산량 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 · int8 · GPU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시간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단어 → 프롬프트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문맥 이어 일관성 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버퍼 잘라 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 시간 일정하게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0" y="3520440"/>
            <a:ext cx="5239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"두 번 들은 것만 믿는다." 대신 1~2초 늦다.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 · 지연 재기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단어별 지연 = 확정된 시각 − 단어 끝 시각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pic>
        <p:nvPicPr>
          <p:cNvPr id="6" name="Image 0" descr="/home/claude/d8/build/fig_dark/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3789" y="1325880"/>
            <a:ext cx="8884118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953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38404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word_timestamps=True로 단어 끝 시각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43525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60120" y="42976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확정되는 순간의 시각을 기록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60120" y="47548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빼면 단어별 지연 → 평균 · 최대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26694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60120" y="5212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걸음 계산 시간 &lt; 간격(1초)인지 확인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83680" y="3840480"/>
            <a:ext cx="5056632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48272" y="3931920"/>
            <a:ext cx="4727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자막 방송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자막이 화면보다 2초 늦으면 참을 만하지만 10초 늦으면 쓸모없다. 그리고 점점 더 늦어지면(계산 &gt; 간격) 결국 무너진다.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583680" y="5303520"/>
            <a:ext cx="505663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20840" y="5303520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D8-9 지연 비교 (청크 · 끝점 · LA)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틀리는 일곱 가지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1967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바른 이해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transcribe() 시간 = 받아쓰기 시간?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아니다. 생성기라 list()까지 재야 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faster-whisper는 다른 모델?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가중치, 다른 엔진(CTranslate2)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int8은 항상 float16보다 빠르다?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하드웨어에 따라 다르다. 직접 재기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vad_filter를 켜면 시각이 바뀐다?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녹음 기준 시각으로 되돌려 준다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배치를 키우면 지연이 준다?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배치는 처리량용. 크면 메모리 부족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whisper-cli는 언어 자동 ko?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en. -l ko 필수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RTF &lt; 1이면 스트리밍 OK?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필요조건일 뿐. 사용자는 지연을 느낀다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Encoder · Decoder 시간을 재서 병목을 찾았다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562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faster-whisper로 같은 녹음을 더 빠르게 받아 적었다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951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int8 양자화를 직접 계산하고 compute_type을 비교했다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73405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VAD와 배치로 긴 녹음을 빠르게 처리했다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17296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whisper.cpp를 빌드하고 q5_0 모델로 받아 적었다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611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청크와 LocalAgreement 스트리밍의 지연을 쟀다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9 · WhisperX &amp; 화자 분리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6596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쓴 단어 시각(word_timestamps)은 추정이라 ±수백 ms 흔들립니다. D9에서는 D6의 CTC 정렬로 단어 시각을 정확히 맞추는 WhisperX, "누가 말했나"를 나누는 pyannote 화자 분리를 배웁니다. D10 회의록 생성기의 핵심 부품입니다.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D8_추론최적화_스트리밍_실습.ipynb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D8 추론 최적화 &amp; Streaming ASR</dc:title>
  <dc:subject>PptxGenJS Presentation</dc:subject>
  <dc:creator>PptxGenJS</dc:creator>
  <cp:lastModifiedBy>PptxGenJS</cp:lastModifiedBy>
  <cp:revision>1</cp:revision>
  <dcterms:created xsi:type="dcterms:W3CDTF">2026-10-15T01:39:32Z</dcterms:created>
  <dcterms:modified xsi:type="dcterms:W3CDTF">2026-10-15T01:39:32Z</dcterms:modified>
</cp:coreProperties>
</file>